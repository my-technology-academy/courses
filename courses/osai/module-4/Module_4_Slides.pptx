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4 of the Offensive Security AI Red Teamer (OSAI) course. Module 3 taught you to attack a single AI agent — its guardrails, its tools, its confused-deputy weaknesses. Module 4 scales that up: modern AI deployments increasingly coordinate several agents, and coordination creates new trust boundaries that do not exist in a single-agent system. We cover multi-agent architecture, inter-agent message poisoning, general agent-to-agent (A2A) protocol concepts, and how confused-deputy and blast-radius risk scale across a delegation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module as Module 3 with the trust boundary redrawn between agents instead of between a user and a model. Every technique here presumes the single-agent foundations from Module 3 are already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learners: this is Module 4 of 11, the point where the course moves from one agent to many. Everything from Module 3 still applies to each individual agent — this module adds what happens at the seams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this mental model before any technique. Most real systems are a hybrid, but naming the dominant shape tells the learner where to look first for a trust boundary worth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4.1. We define what makes a system 'multi-agent' rather than a single model with tools, and identify the trust boundaries that only exist once more than one agent is coordinating.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definition early: learners often conflate 'an agent with many tools' with 'multi-agent'. The distinguishing test is whether a second reasoning step consumes the first agent's output as its own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the spine of the whole module. Every later objective — poisoning, protocol trust, delegation exploitation — is a consequence of this one architectural difference from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drivers are security-motivated — they are engineering and product reasons. That is exactly why the resulting trust boundaries are so often left unexamined: they were introduced to solve a design problem, not a security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arrow in this pipeline is a trust boundary. Step 3 and step 5 matter most to a red teamer: step 3 is where a compromised orchestrator can under- or over-share context, and step 5 is where a compromised specialist's output re-enters trusted territory.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conceptual hinge for the rest of the module. Every objective from here on is really asking one question: what happens when the good-faith assumption at one of these boundaries is broken?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to show learners this module is not a new topic — it is Module 1's agent and tool layer, and Module 3's confused-deputy pattern, both stretched across an additional dimension: the number of cooperating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at the conceptual, general level rather than naming a specific commercial framework — the skill is recognising these four roles in any multi-agent deployment, whatever it is called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4.2. One agent's output becomes another agent's untrusted input. We examine how a single manipulated agent can cascade an injected instruction to every agent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direct line to Module 1's user-to-model definition of indirect prompt injection. Learners who already understand that concept only need one new fact here: the 'untrusted document' can now be another agent's own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learners this is not a new exploitation primitive to learn from scratch — it is the Module 1 indirect-injection concept, re-applied. What is new is reasoning about the blast radius across a chain of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module's central mechanism. Every subsequent objective either explains a piece of this chain in more depth (4.3's trust assumption) or shows how to weaponise it deliberately (4.4's confused-deputy pattern).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learners to think in terms of every write operation in the pipeline — anything one agent writes that another agent later reads is a candidate channel for message poisoning, not just document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root cause, not just a symptom. Contrast it with well-designed systems that treat inter-agent messages as untrusted data requiring the same scrutiny as any external input — the exception, not the default, in most current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to keep the module anchored in the same frameworks used throughout the course — learners should be able to name LLM01, LLM06, and an ATLAS-style progression for any message-poisoning scenario they are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recon-style signals, consistent with the observational discipline taught in Module 2 — noticing that a cascade may have occurred, not yet a described exploitation technique of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documentation shape, not runnable code or a lab exercise. The point is the same discipline taught in Module 2: log each hop with evidence and a confidence rating so a suspected cascade is defensible in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preview the defensive angle briefly without turning the module into a mitigation guide — OSAI candidates need to recognise which design a target uses, since it directly predicts how far a single compromise will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4.3. We cover the general, well-established concepts behind how agents discover, advertise capability to, and delegate tasks to one another — and the trust assumption built into that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scope boundary up front and hold to it for the whole objective. Learners should come away understanding the concepts deeply, not memorising any single specification's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concepts recur across virtually every multi-agent coordination approach, regardless of the specific implementation — treat them as the general vocabulary an OSAI candidate should recognise in any A2A-style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flow is deliberately generic — it describes the shape shared by essentially any agent-to-agent coordination approach, which is exactly why it is safe and correct to teach without naming a specific named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exam-relevant distinction in the objective. If a learner can articulate this gap clearly, they understand the protocol-level trust assumption without needing to know any vendor-specific implementation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language general and conceptual throughout this slide, exactly as the brief requires — 'an agent's advertised capabilities', not any invented field name or version-specific schema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familiar distributed-systems concepts as scaffolding, not as a claim about any specific A2A specification's actual design — the point is that agent-to-agent coordination inherits the same class of trust question as any distributed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directly forward to Objective 4.4: everything in this card set is the precondition that makes the confused-deputy pattern work at agent-to-agent scale rather than a separate, unrelated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objective by reinforcing the course-wide rule: where a specific detail is not confirmed, state that plainly rather than inventing it. This mirrors the exam outline's own sourcing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4.4. We scale the confused-deputy pattern from Module 3 across agent boundaries: a low-privilege agent persuades a high-privilege agent to act on its behalf, and privilege or goal drift compounds along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Explicitly backlink to Module 3, Objective 3.3 here — this is the single most important continuity point in the module. Learners should recognise this as the same pattern with a new delivery mechanism, not a new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module's headline exploitation pattern. Make sure learners can state it in one sentence: Agent A has no privilege, but persuades privileged Agent B to act on its behalf.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no single hop needs to look malicious for drift to occur — this is what makes it hard to catch by inspecting any one agent in isolation. The cumulative chain, not any single step, produces the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directly extends Module 1's 'autonomy raises blast radius' principle: multi-agent systems do not just add autonomy once, they multiply it by the number of agents and hand-offs the attacker's influence can traverse.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this is a social-engineering pattern transplanted between agents, not a technical exploit of tool logic. The target agent is doing exactly what it was told to do — the attacker manipulated what it was told.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as the module's capstone summary of the blast-radius idea — every row shows the same underlying principle from Module 1, now multiplied by the number of cooperating agents in the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objective by connecting back to Module 1's engagement methodology and reporting discipline — a multi-agent finding is only as credible as the chain of evidence documenting every hop it travelled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workflow operationalises Objective 4.4 for the exam format: a credible finding names every agent in the chain, its privilege, and the specific unverified hand-off that let influence travel from the weakest to the strongest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 the module's vocabulary. A2A, LLM01, and LLM06 are the three most exam-relevant terms in this module — learners should be able to define each without hesitation.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confront the misconceptions learners typically carry from Module 3. The third myth restates this module's most important production discipline; the fourth restates its most important exploitation mechanic.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OSAI is assessed by a 24-hour practical engagement, not percentage-weighted domains. Per the source-of-truth rule we do not invent a weighting; we state plainly that none is published. Multi-agent and A2A concepts are graded on how convincingly a candidate can trace a delegation chain to its full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check the module's central exploitation pattern. Wrong answers are instructive: A requires evidence of a compromised model or artefact, C requires infrastructure-level evidence, D describes a configuration issue with no delegation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module against its four objectives. Every skill here presumes the single-agent foundations from Module 3 — if a learner cannot yet explain the single-agent confused-deputy pattern, send them back to Module 3, Objective 3.3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Module 5. Reinforce continuity: RAG poisoning, tool abuse, and agent delegation are not separate topics but different entry points into the same trust-boundary problem this module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OSAI (AI-300) · MODULE 4 OF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5F7FB"/>
                </a:solidFill>
                <a:latin typeface="Segoe UI"/>
              </a:rPr>
              <a:t>Attacking Multi-Agent Systems and A2A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B8C0CF"/>
                </a:solidFill>
                <a:latin typeface="Segoe UI"/>
              </a:rPr>
              <a:t>Extending single-agent compromise across coordinated agents, inter-agent messaging, and agent-to-agent trust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By the end of this module, you will be able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Explain why systems move from a single model to coordinated agents, and identify the trust boundaries that only appear in multi-agent architectures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4.2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Describe inter-agent message poisoning — indirect prompt injection applied at agent-to-agent scale, and how it cascades through a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4.3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Explain general agent-to-agent (A2A) protocol concepts: discovery, capability advertisement, task delegation, and the trust assumption between sender and receiver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98064"/>
            <a:ext cx="5440680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9504"/>
            <a:ext cx="9144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6A00"/>
                </a:solidFill>
                <a:latin typeface="Segoe UI"/>
              </a:rPr>
              <a:t>4.4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798064"/>
            <a:ext cx="4251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5F7FB"/>
                </a:solidFill>
                <a:latin typeface="Segoe UI"/>
              </a:rPr>
              <a:t>Apply the confused-deputy pattern across agent boundaries and explain how delegation chains raise the blast radius established in Module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B8C0CF"/>
                </a:solidFill>
                <a:latin typeface="Segoe UI"/>
              </a:rPr>
              <a:t>Objective 4.1 gives you the architecture; 4.2 shows how a poisoned message propagates through it; 4.3 gives you the general protocol vocabulary two agents use to coordinate; 4.4 shows how trust and delegation combine into the module's central exploitation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COURSE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Where this module sits in OSAI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Foundations &amp; single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Attack surface, frameworks, methodology, then attacking one AI agent directly —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Multi-agent &amp; A2A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Coordinated agents, inter-agent messaging, A2A trust boundaries — 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M5–11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Remaining components &amp; capstone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RAG, embeddings, MCP, supply chain, infrastructure, threat modeling, 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OSAI exam: a 24-hour proctored, hands-on engagement against a realistic AI-enabled enterprise, plus a professional report. Domain weightings: Information not defined in the official exam outline — the exam is engagement-based, not percentage-weighted.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Three shapes a multi-agent system takes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14344" cy="3291840"/>
          </a:xfrm>
          <a:prstGeom prst="roundRect">
            <a:avLst/>
          </a:prstGeom>
          <a:solidFill>
            <a:srgbClr val="141519"/>
          </a:solidFill>
          <a:ln w="2540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Orchestrator-led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planner or orchestrator agent decomposes a goal and delegates to specialist sub-agents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7304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7304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SWARM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7032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Peer swarm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Agents of similar standing coordinate directly with one another, with no single controller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057400"/>
            <a:ext cx="3514344" cy="3291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5968" y="2286000"/>
            <a:ext cx="3514344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6A00"/>
                </a:solidFill>
                <a:latin typeface="Segoe UI"/>
              </a:rPr>
              <a:t>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3291840"/>
            <a:ext cx="3294888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Hierarchical delegation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3128" y="3931919"/>
            <a:ext cx="3240024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Agents delegate downward through layered levels of authority and specialisation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topology shapes where trust boundaries sit. An orchestrator-led system concentrates trust in one hub; a peer swarm distributes it across every edge; a delegation chain accumulates it as tasks pass down the chain — each shape is covered across this module's four objectives.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Multi-agent architecture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is a multi-agent AI system?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 multi-agent AI system is one in which two or more independently invoked agents — each with its own context, instructions, and often its own tools — coordinate to complete a task, rather than a single model handling the entire task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COORDINATION, NOT JUST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single agent calling several tools is still one agent; a multi-agent system exists once a second agent — with its own reasoning step — receives and acts on another agent's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 TO A RED TEAMER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Every hand-off between agents is a place where trust is extended without independent re-verification — the seams, not the agents themselves, are the new attack surface.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Single-agent system vs multi-agent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Single-agent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One reasoning loop, one context, one set of tools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Trust boundary sits only between user and model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Confused-deputy risk covered fully in Module 3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Blast radius bounded by that one agent's tool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Multi-agent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Multiple reasoning loops, each with its own context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 trust boundary exists at every agent-to-agent hand-off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Confused-deputy risk can now chain across agents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Blast radius extends to every agent in the delegation chain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A single agent's worst case is bounded by its own tools; a multi-agent system's worst case is bounded by the most privileged agent anywhere in the chain, reachable by manipulating the least privileged one. That gap is this module's subject.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Why systems move to coordinated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SPECIALISATION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narrow, well-instructed agent for one task (retrieval, coding, scheduling) is often more reliable than one generalist agent doing everything.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SEPARATION OF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Splitting planning from execution lets each agent be scoped, instructed, and permissioned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PARALLELISM AND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Independent sub-agents can work on separate parts of a task concurrently rather than serially.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REUSE ACROSS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specialist agent built once — a summariser, a search agent — can be delegated to by many different orchestrators.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Anatomy of an orchestrator-led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Goal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orchestrator agent receives a user or upstream goal and begins planning.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1864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1864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21864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21864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Task decomposition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21864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orchestrator breaks the goal into sub-tasks suited to specialist agents.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3488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3488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23488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523488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Delegation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523488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Each sub-task, plus whatever context the orchestrator judges necessary, is handed to a specialist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5112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25112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325112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25112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Specialist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25112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Each specialist agent reasons independently and may call its own tools before returning a result.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6736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6736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6736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126736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Aggregation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126736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orchestrator collects specialist outputs and reconciles them into a single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2836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2836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92836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92836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92836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orchestrator returns the final result — often without the user ever seeing the intermediate hand-offs.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New trust boundaries that only exist in multi-agent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In a single-agent system there is one trust boundary — between the user and the model. A multi-agent system adds a trust boundary at every point where one agent consumes another agent's output as though it were verified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CROSSES THE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Not just data — instructions, delegated authority, and an implicit claim about what the sending agent has already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IS DANGEROUS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Most orchestration designs assume good-faith cooperation between agents; nothing forces a receiving agent to independently re-validate what it is handed.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Module 1's agent layer, extended for multi-agent systems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183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Module 1 concept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Single-agent form (Module 3)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Multi-agent extension (Module 4)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Agent &amp; tool layer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One agent's tool-call abuse and confused deputy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Confused deputy chained across two or more agents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Excessive agency (LLM06)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One agent over-permissioned for its own tools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low-privilege agent reaching high-privilege action via delegation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Trust boundary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User input vs model instructions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Agent output treated as another agent's trusted input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Blast radius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Bounded by one agent's own tool access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Bounded by the most privileged agent anywhere in the chain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Module 1, Objective 1.2 introduced the agent and tool layer; Module 3 covers its single-agent form in full.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4.1 ·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Multi-agent architecture building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ORCHESTRATOR / PLANNER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Decomposes goals, decides delegation order, and reconciles results — typically the most privileged agent in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SPECIALIST 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Narrowly instructed agents focused on one capability, often with their own scoped tool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SHARED STATE OR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store that multiple agents read from and write to, such as a running task log or shared scratchpad.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MESSAGE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Whatever mechanism carries a task, a result, or an instruction from one agent to another — the literal path a poisoned message travels.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Inter-agent message poisoning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is inter-agent message poisoning?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Inter-agent message poisoning is indirect prompt injection applied at agent-to-agent scale: an instruction embedded in one agent's output is consumed, without independent verification, as trusted input by the next agent in the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MAKES IT 'INDIRECT'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receiving agent was never sent the payload directly — it inherited it by trusting the sending agent's output, exactly as Module 1 defined indirect injection via retrieved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MAKES IT AGENT-TO-AGENT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untrusted content did not arrive from a document or a tool result alone — it arrived because another reasoning agent produced and forwarded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User-to-model injection vs agent-to-agent message poisoning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User-to-model indirect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Payload hidden in a document, page, or tool result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One trust boundary crossed: content into the model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Impact bounded by that one model's own agency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Covered fully in Modules 1 and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Agent-to-agent message poisoning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Payload embedded in one agent's own generated output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Every downstream hand-off is a boundary the payload can cross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Impact compounds with each agent that trusts it further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The mechanism is identical injection — only the scale differs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The technique is not new; the geometry is. A single compromised agent early in a pipeline can reach every agent that later consumes its output, turning one successful injection into a multi-hop compromise.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How a message-poisoning cascade unfolds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Initial compromise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One agent's input — a document, a tool result, a user message — carries an injected instruction.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1864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1864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21864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21864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Instruction survives into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21864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compromised agent's generated output embeds or echoes the injected instruction, intentionally or 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3488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3488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23488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523488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Trusted hand-off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523488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 second agent consumes that output as legitimate input, with no independent verification of its provenance.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5112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25112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325112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25112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Instruction re-executes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25112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second agent follows the embedded instruction as though it were part of its own legitimate task.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6736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6736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6736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126736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Propagation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126736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Any further agent downstream inherits the same risk, and the injected instruction can keep travelling.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2836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2836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92836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92836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Impact realised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92836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instruction reaches an agent with the tools or privilege to cause the attacker's intended effect.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ENTRY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Where poisoned content can enter an 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RETRIEVED OR TOOL-SOURCED CONTENT RELAYED ONWARD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specialist agent fetches a document or tool result, summarises it, and forwards that summary — carrying any embedded instruction with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 SUB-AGENT'S OWN GENERATED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Even without an external document, a compromised or manipulated sub-agent can generate output that itself contains an instruction for the next consumer.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SHARED STATE OR MEMORY WRITES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agent that writes to a shared scratchpad or task log can plant an instruction that a later, unrelated agent reads as established fact.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DELEGATED TASK DESCRIPTIONS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task handed from one agent to another can itself be crafted or manipulated to redirect what the receiving agent believes it has been asked to 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Cascading trust: why the second agent doesn't re-validate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Most multi-agent designs are built for cooperation, not adversarial robustness — a receiving agent is typically instructed to treat another agent's output as a completed, trustworthy sub-task, not as untrusted external content requiring scrutiny.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THE DESIGN 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'My colleague agent already handled that part correctly' is baked into how orchestration prompts are usually written.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THE SECURITY 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That assumption is exactly what lets a single point of compromise anywhere upstream propagate without a single further exploitation step required downstream.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Message poisoning mapped to governing frameworks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5836"/>
                <a:gridCol w="5545836"/>
              </a:tblGrid>
              <a:tr h="47183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Framework reference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How it applies here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OWASP LLM01 — Prompt Injection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injected instruction itself; here delivered via an agent's output rather than a document or user input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OWASP LLM06 — Excessive Agency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downstream agent's tools and autonomy determine how damaging the propagated instruction can become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MITRE ATLAS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Initial Access via one agent, then Lateral Movement-equivalent propagation across the agent pipeline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Module 1, Objective 1.2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'follow the data through retrieval, tools, and memory' mindset, extended to following data through other agents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No specific product, framework name, or CVE is implied — these are conceptual framework mappings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RECON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Conceptual signals of message-poisoning propagation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INSTRUCTION-LIKE LANGUAGE SURVIVING INTO A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sub-agent's summary of retrieved or delegated content contains imperative, instruction-shaped language rather than neutral description.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BEHAVIOUR SHIFT AFTER A SPECIFIC HAND-OFF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downstream agent's behaviour changes noticeably right after consuming one particular upstream agent's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UNEXPLAINED SCOPE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receiving agent begins acting outside the scope of the task it was originally delegated, without a legitimate reason visible in its own instructions.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SHARED-STATE ENTRIES WITH NO CLEAR AUTHOR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entry in shared memory or a task log that does not correspond to any agent's declared, in-scope task.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 conceptual message-provenance log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C0CF"/>
                </a:solidFill>
                <a:latin typeface="Segoe UI"/>
              </a:rPr>
              <a:t>A minimal documentation shape for recording one hop in a suspected message-poisoning chain — conceptual only, not an exploitation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091672" cy="3566160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Hop: Retrieval agent -&gt; Planning agent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Origin:       Retrieval agent summary of a fetched document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Observation:  Summary contains an imperative instruction, not neutral content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Consumer:     Planning agent treated the instruction as a legitimate sub-task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Evidence:     Full transcript of both agents' turns, timestamped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Confidence:   Likely (single hop observed, propagation not yet confirmed further)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E6B4"/>
                </a:solidFill>
                <a:latin typeface="Segoe UI"/>
              </a:rPr>
              <a:t># Hop: Planning agent -&gt; Execution agent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Origin:       Planning agent's delegated task description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Observation:  Task description now includes the same imperative instruction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5F7FB"/>
                </a:solidFill>
                <a:latin typeface="Segoe UI"/>
              </a:rPr>
              <a:t>Consumer:     Execution agent begins acting outside its originally scoped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4.2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Cooperative-by-default design vs adversarially-robust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Cooperative-by-default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Optimised for speed between trusted, well-behaved agents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Inter-agent output accepted with no independent scrutiny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The overwhelming majority of current multi-agent designs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Message poisoning cascades freely once one agent is compromised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Adversarially-robust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Treats every inter-agent message as untrusted until checked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Adds provenance, scoping, or re-validation at each hand-off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Still the exception rather than the default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Contains a cascade to the single agent originally compromised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This distinction is why message poisoning is such high-value technique in a multi-agent engagement: most targets you will meet default to cooperative design, so a single upstream compromise is very likely to propagate unchecked.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Agent-to-agent (A2A) protocol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is an agent-to-agent (A2A) protocol, conceptually?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An agent-to-agent protocol is a general mechanism by which one agent can find another agent, learn what it claims to be able to do, and hand it a task — conceptually similar to service discovery and delegated calls in traditional distributed systems, applied to autonomous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SCOPE OF THIS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We cover general, well-established concepts only — discovery, capability advertisement, and delegation — not any single named specification's exact fields or message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THE 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Protocol-level detail changes quickly and varies by implementation; where a specific technical claim would need external verification, this course uses general conceptual language instead.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Core agent-to-agent protocol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AGENT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mechanism by which one agent can locate other agents that might be able to help with part of a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CAPABILITY ADVERTISEMENT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agent's declared description of what it can do — the tasks, tools, or domains it claims to handle.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TASK DELEGATION AND HAND-OFF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The act of one agent formally passing a task, along with relevant context, to another agent for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IDENTITY AND TRUST 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conceptual claim, implicit or explicit, about who or what the sending agent is and what it is authorised to ask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A typical agent-to-agent interaction, conceptually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An agent identifies that another agent exists and might be relevant to its current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21864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1864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21864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21864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Capability advertisement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721864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discovered agent communicates, in general terms, what it declares itself able to 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3488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3488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23488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523488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Task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523488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requesting agent sends a task, along with whatever context it judges the receiving agent needs.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25112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25112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325112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25112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Acceptance or further delegation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25112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receiving agent accepts the task directly, or delegates part of it onward to yet another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6736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6736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126736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126736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126736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receiving agent performs the task, potentially using its own tools or further sub-delegation.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28360"/>
            <a:ext cx="685800" cy="74676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928360"/>
            <a:ext cx="68580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928360"/>
            <a:ext cx="10268712" cy="74676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00200" y="5928360"/>
            <a:ext cx="31089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Result return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928360"/>
            <a:ext cx="6766560" cy="746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receiving agent returns its result to the requester, who incorporates it into the wider task.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Declared capability vs verified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Declared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What an agent claims it can do, via its own advertisement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Produced by the agent itself, or on its behalf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Convenient — no independent check required to use it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Assumed accurate by default in most current designs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Verified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What an agent has been independently confirmed to be able to do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Requires some form of check external to the agent's own claim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Costs additional design and engineering effort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Frequently absent, which is exactly the seam this module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Most A2A-style coordination is built around declared capability because verification is expensive and cooperation is assumed. That single gap — declared, not verified — is the conceptual root of Objective 4.4's exploitation pattern.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protocol-level trust assumption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At a conceptual level, a receiving agent generally trusts the sending agent's declared identity and declared capability, because most A2A-style coordination is designed for cooperating agents within a broader system, not for adversarial peers.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THIS MEANS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An agent's advertised capabilities are typically accepted as-is by whatever discovers or delegates to it, without an independent check that the agent can actually do what it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IT MATTERS TO A RED TEAMER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Wherever this trust assumption holds, a manipulated or malicious agent — or a manipulated message purporting to be from a legitimate one — can be treated as legitimate simply by making the right claim.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General A2A concepts and their traditional analogues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183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A2A concept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Traditional distributed-systems analogue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Trust question it raises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Agent discovery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Service discovery / service registry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Is every discoverable entry legitimate and current?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Capability advertisement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service's published interface or capability descriptor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Is the advertisement independently verified, or self-reported?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Task delegation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remote procedure call to another service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Does the callee re-validate the caller's authority to ask?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Identity assumption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An implicit trust relationship between cooperating services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What happens if that implicit trust is misplaced?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No specific product, protocol version, or schema field name is implied by this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WEAKNESS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Why declared-not-verified is the core weakness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LOW FRICTION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Cooperative multi-agent systems are built to move fast between agents; independent verification adds friction that most designs deliberately avoid.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IDENTITY IS EASY TO CLAIM, HARD TO DISPROVE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 message that simply states which agent it is from is often accepted without a further check that the claim is genuine.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CAPABILITY CLAIMS ARE RARELY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agent that claims broad capability is rarely challenged to actually demonstrate it before being delegated a task.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THE GAP IS STRUCTURAL, NOT ACCIDENTAL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This is not a bug in one implementation — it follows directly from optimising for cooperation between trusted, well-behaved agents.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4.3 · SCOPE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this objective deliberately does not claim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This objective teaches general, durable A2A concepts that apply broadly across agent-to-agent coordination approaches — it deliberately avoids naming exact message fields, version numbers, or vendor-specific technical claims about any single named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Protocol-level implementation detail is exactly the kind of fact that requires external verification and can change between versions — inventing it would risk teaching something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TO CARRY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concepts — discovery, capability advertisement, delegation, and the declared-versus-verified trust gap — are stable and exam-relevant regardless of any one implementation's specifics.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OBJECTIVE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Agent trust and delegation exploitation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The confused-deputy pattern, scaled across agent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The confused-deputy pattern occurs when an entity with no privilege of its own persuades a more privileged entity to misuse its privilege on the first entity's behalf. Scaled to multi-agent systems, Agent A has no privileged tool access, but persuades privileged Agent B to act for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IS IDENTICAL TO MODULE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core mechanic — persuading a privileged actor to misuse its own authority — is exactly the single-agent confused-deputy pattern from Module 3, Objective 3.3.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WHAT IS NEW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The persuasion no longer has to come from a user prompt or a document — it can come from another agent's output, hand-off, or delegated task description.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CRITICAL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Single-agent confused deputy vs multi-agent confused deputy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257800" cy="3246120"/>
          </a:xfrm>
          <a:prstGeom prst="roundRect">
            <a:avLst/>
          </a:prstGeom>
          <a:solidFill>
            <a:srgbClr val="141519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Single-agent confused deputy (Module 3, Obj. 3.3)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One agent, tricked by its own input or tool result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Privilege misuse bounded by that one agent's tools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Attacker interacts with the target agent directly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One trust boundary to manipulate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257800" cy="324612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800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F7FB"/>
                </a:solidFill>
                <a:latin typeface="Segoe UI"/>
              </a:rPr>
              <a:t>Multi-agent confused deputy (Module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8006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 low-privilege agent persuades a higher-privilege agent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Privilege misuse bounded by the most privileged agent in the chain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Attacker may never interact with the ultimately-privileged agent directly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6A00"/>
                </a:solidFill>
                <a:latin typeface="Segoe UI"/>
              </a:rPr>
              <a:t>•  </a:t>
            </a:r>
            <a:r>
              <a:rPr sz="1400" b="0">
                <a:solidFill>
                  <a:srgbClr val="B8C0CF"/>
                </a:solidFill>
                <a:latin typeface="Segoe UI"/>
              </a:rPr>
              <a:t>Every delegation hop is a further trust boundary to manipulate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3063240"/>
            <a:ext cx="777240" cy="777240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306324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C0D10"/>
                </a:solidFill>
                <a:latin typeface="Segoe UI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091672" cy="8686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B8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607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KEY DISTINCTION  </a:t>
            </a:r>
            <a:r>
              <a:rPr sz="1350" b="0">
                <a:solidFill>
                  <a:srgbClr val="F5F7FB"/>
                </a:solidFill>
                <a:latin typeface="Segoe UI"/>
              </a:rPr>
              <a:t>The multi-agent version is strictly more dangerous for the same reason a longer delegation chain is: the attacker only has to compromise the weakest link, while the resulting privilege is whatever the strongest link in that chain holds.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How privilege and goal drift accumulate across a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Original goal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A legitimate task is defined with a clear, scoped objective at the top of the delegation chain.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First hand-off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task, or a manipulated version of it, is delegated to the next agent — some nuance or constraint may already be lost.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Each receiving agent reinterprets the task in its own terms, which can subtly shift its scope without any single step looking wrong.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Privilege accumulation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If a later agent in the chain holds broader tool access, the reinterpreted task may now be actioned with more privilege than originally intended.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Goal drift realised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The final action taken no longer matches the original, narrowly scoped intent — while every individual hand-off appeared locally reasonable.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BLAST RADIUS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Factors that widen blast radius in multi-agent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CHAIN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additional delegation hop is another opportunity for goal drift and another agent whose privilege could be reached.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PRIVILEGE CEILING OF THE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Blast radius is set by the single most privileged agent anywhere in the chain, not by the entry point the attacker actually touched.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BREADTH OF TOOL ACCESS PER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An agent with broad, high-impact tools is a far more valuable deputy to confuse than one with narrow, low-impact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ABSENCE OF RE-VALIDATION AT HAND-OFFS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Every hand-off that skips independent verification is a hop where an attacker's influence can pass through unchecked.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How Agent A persuades privileged Agent B to 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Agent A does not need direct access to whatever Agent B can do — it only needs to produce output, a delegated task, or a message that Agent B will treat as a legitimate reason to use its own privilege.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THE LEVER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Agent B's own instructions typically tell it to trust and act on hand-offs from cooperating agents — Agent A exploits exactly that instruction, not a technical flaw in Agent B's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WHY THIS IS HARD TO PREVENT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Agent B behaving 'correctly' according to its own instructions is precisely the mechanism of the attack — there is no obviously malicious action for Agent B to refuse.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Module 1's blast-radius principle, extended for delegation chains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7183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Factor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Single-agent form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Multi-agent extension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Autonomy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One agent's ability to call tools and act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Autonomy compounds across every agent in the chain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Privilege reached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Bounded by the one agent an attacker touches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Bounded by the most privileged agent anywhere downstream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Attacker's required access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Must reach the privileged agent directly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May only need to reach the least privileged agent in the chain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Detection difficulty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One agent's behaviour to review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Drift distributed across many individually-reasonable hops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Module 1 named the principle 'autonomy raises blast radius' — this module shows how a delegation chain multiplies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Why multi-agent systems raise assessed risk in an OSAI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32588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F5F7FB"/>
                </a:solidFill>
                <a:latin typeface="Segoe UI"/>
              </a:rPr>
              <a:t>A target built from coordinated agents is not simply 'Module 3's target, twice' — the delegation chain itself is a new attack surface, and OWASP LLM06 (Excessive Agency) applies with compounding force once agency is distributed across multiple cooperating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FOR SCOPING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An engagement against a multi-agent target should explicitly enumerate every agent in the chain and its privilege, not just the entry point the client describes.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337560"/>
            <a:ext cx="5408676" cy="26060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3520440"/>
            <a:ext cx="50063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FOR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2804" y="4023360"/>
            <a:ext cx="5006340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finding involving delegation-chain exploitation should name every hop in the chain as part of demonstrating the full blast radius, not just the initial and final agent.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4.4 ·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Enumerating a delegation chain during an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20240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Identify every agent in the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920240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List each agent the target system invokes, not just the entry point the client describes.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16352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816352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816352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Record each agent's privilege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16352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Note what tools and real-world actions each agent in the chain can individually perform.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12464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12464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712464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712464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Map the hand-offs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712464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Identify every point where one agent's output becomes another agent's input, and whether it is independently re-verified.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608576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608576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Locate the privilege ceiling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08576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Identify the single most privileged agent anywhere in the chain — this defines the achievable blast radius.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04688"/>
            <a:ext cx="685800" cy="841248"/>
          </a:xfrm>
          <a:prstGeom prst="round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04688"/>
            <a:ext cx="68580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C0D10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04688"/>
            <a:ext cx="10268712" cy="841248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504688"/>
            <a:ext cx="31089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B"/>
                </a:solidFill>
                <a:latin typeface="Segoe UI"/>
              </a:rPr>
              <a:t>Trace a path from lowest to highest privilege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504688"/>
            <a:ext cx="6766560" cy="8412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8C0CF"/>
                </a:solidFill>
                <a:latin typeface="Segoe UI"/>
              </a:rPr>
              <a:t>Confirm whether the least-privileged, most-reachable agent can influence the most-privileged agent through the chain.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ACRONYM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Key acronyms for this module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67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Acronym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Expansion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5F7FB"/>
                          </a:solidFill>
                          <a:latin typeface="Segoe UI"/>
                        </a:rPr>
                        <a:t>Meaning in context</a:t>
                      </a:r>
                    </a:p>
                  </a:txBody>
                  <a:tcPr marL="101600" marR="101600" marT="50800" marB="50800" anchor="ctr">
                    <a:solidFill>
                      <a:srgbClr val="3A2410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A2A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Agent-to-Agent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General coordination concepts between cooperating AI agents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LLM01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injection mechanism underlying inter-agent message poisoning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LLM06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Excessive Agency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The compounding agent-layer risk once agency is distributed across agents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ATLAS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Adversarial Threat Landscape for AI Systems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MITRE's framework for structuring an agent-chain compromise as a kill chain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RMF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Risk Management Framework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NIST AI RMF — governs how multi-agent risk is framed for the business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MCP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Model Context Protocol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related tool-surface protocol covered separately in Module 7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Retrieval-Augmented Generation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A common channel through which poisoned content first enters an agent pipeline</a:t>
                      </a:r>
                    </a:p>
                  </a:txBody>
                  <a:tcPr marL="101600" marR="101600" marT="50800" marB="50800" anchor="ctr">
                    <a:solidFill>
                      <a:srgbClr val="121319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7FB"/>
                          </a:solidFill>
                          <a:latin typeface="Segoe UI"/>
                        </a:rPr>
                        <a:t>TTP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Tactics, Techniques, Procedures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B8C0CF"/>
                          </a:solidFill>
                          <a:latin typeface="Segoe UI"/>
                        </a:rPr>
                        <a:t>How a delegation-chain compromise is described in an ATLAS-mapped report</a:t>
                      </a:r>
                    </a:p>
                  </a:txBody>
                  <a:tcPr marL="101600" marR="101600" marT="50800" marB="50800" anchor="ctr">
                    <a:solidFill>
                      <a:srgbClr val="14151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8C0CF"/>
                </a:solidFill>
                <a:latin typeface="Segoe UI"/>
              </a:rPr>
              <a:t>MCP is named here only to distinguish it from A2A — its own attack surface is covered in full in Module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COMMON MISCONCEPTIONS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Myths to unlearn before Module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'MULTI-AGENT JUST MEANS ONE AGENT WITH MORE TOOLS'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multi-agent means a second independent reasoning step consumes the first agent's output as trusted input — that hand-off is the new attack surface.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2880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5681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'MESSAGE POISONING IS A BRAND-NEW EXPLOITATION TECHNIQUE'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37744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it is Module 1's indirect prompt injection, applied at agent-to-agent scale — the mechanism is identical, only the delivery channel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'A2A PROTOCOL DETAIL IS SAFE TO GUESS'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specific field names, message formats, and version claims require external verification — this course teaches only the general, durable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4023360"/>
            <a:ext cx="5408676" cy="19202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4151376"/>
            <a:ext cx="5042916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6A00"/>
                </a:solidFill>
                <a:latin typeface="Segoe UI"/>
              </a:rPr>
              <a:t>'CONFUSED DEPUTY ACROSS AGENTS NEEDS A TECHNICAL EXPLOIT'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4572000"/>
            <a:ext cx="5042916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B8C0CF"/>
                </a:solidFill>
                <a:latin typeface="Segoe UI"/>
              </a:rPr>
              <a:t>Reality: Agent B is usually behaving exactly as instructed — the attacker manipulates what Agent B was told, not a flaw in its tool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DOMAIN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FF6A00"/>
                </a:solidFill>
                <a:latin typeface="Segoe UI"/>
              </a:rPr>
              <a:t>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7FB"/>
                </a:solidFill>
                <a:latin typeface="Segoe UI"/>
              </a:rPr>
              <a:t>OSAI weightings: Information not defined in the official exam 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Test yourself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005840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7FB"/>
                </a:solidFill>
                <a:latin typeface="Segoe UI"/>
              </a:rPr>
              <a:t>In a multi-agent deployment, Agent A holds no privileged tool access at all, but its delegated task description is consumed without independent verification by Agent B, which holds broad privileged tool access. Agent B then acts on the instruction embedded in that task description. What is this an example of?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supply-chain compromise of Agent B's underlying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75304"/>
            <a:ext cx="11091672" cy="512064"/>
          </a:xfrm>
          <a:prstGeom prst="roundRect">
            <a:avLst/>
          </a:prstGeom>
          <a:solidFill>
            <a:srgbClr val="1A1208"/>
          </a:solidFill>
          <a:ln w="20320">
            <a:solidFill>
              <a:srgbClr val="FF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75304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75304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5F7FB"/>
                </a:solidFill>
                <a:latin typeface="Segoe UI"/>
              </a:rPr>
              <a:t>The confused-deputy pattern scaled across an agent-to-agent trust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78808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78808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78808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purely infrastructure-layer exposure of Agent B's serving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2312"/>
            <a:ext cx="11091672" cy="512064"/>
          </a:xfrm>
          <a:prstGeom prst="roundRect">
            <a:avLst/>
          </a:prstGeom>
          <a:solidFill>
            <a:srgbClr val="141519"/>
          </a:solidFill>
          <a:ln w="12700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486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782312"/>
            <a:ext cx="102412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B8C0CF"/>
                </a:solidFill>
                <a:latin typeface="Segoe UI"/>
              </a:rPr>
              <a:t>A guardrail-configuration error unrelated to delegation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Answer B.  </a:t>
            </a:r>
            <a:r>
              <a:rPr sz="1300" b="0">
                <a:solidFill>
                  <a:srgbClr val="B8C0CF"/>
                </a:solidFill>
                <a:latin typeface="Segoe UI"/>
              </a:rPr>
              <a:t>A low-privilege agent persuading a high-privilege agent to act on its behalf, via an unverified hand-off, is precisely the multi-agent confused-deputy pattern — Module 3's single-agent pattern (Objective 3.3) scaled across a trust boundary between agents.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MODULE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What you can now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Distinguish a single-agent system from a multi-agent system by identifying where reasoning hand-offs occur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Explain how inter-agent message poisoning cascades an injected instruction across a pipeline of consuming agents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Describe the general A2A concepts of discovery, capability advertisement, and delegation, and the declared-versus-verified trust gap between them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Apply the confused-deputy pattern across agent boundaries and trace how privilege and goal drift compound blast radius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Map multi-agent findings back to OWASP LLM01, LLM06, MITRE ATLAS, and Module 1's attack-surface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A00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7FB"/>
                </a:solidFill>
                <a:latin typeface="Segoe UI"/>
              </a:rPr>
              <a:t>On to Module 5 — Exploiting RAG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Module 5 returns to a single system's retrieval layer, in far greater depth than Module 2's detection-only coverage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RAG-corpus poisoning is one of the entry points into the message-poisoning cascades you learned to trace here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Keep this module's trust-boundary and blast-radius thinking active — Module 5 exploits one specific boundary in detail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The A2A trust-assumption concepts here reappear in Module 7's Model Context Protocol and tool-surface coverage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6A00"/>
                </a:solidFill>
                <a:latin typeface="Segoe UI"/>
              </a:rPr>
              <a:t>✓  </a:t>
            </a:r>
            <a:r>
              <a:rPr sz="1500" b="0">
                <a:solidFill>
                  <a:srgbClr val="F5F7FB"/>
                </a:solidFill>
                <a:latin typeface="Segoe UI"/>
              </a:rPr>
              <a:t>Review the flashcards, cheat sheet, PBQ, and quiz for this module before continuing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B8C0CF"/>
                </a:solidFill>
                <a:latin typeface="Segoe UI"/>
              </a:rPr>
              <a:t>My 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419088"/>
            <a:ext cx="304495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6A00"/>
                </a:solidFill>
                <a:latin typeface="Segoe UI"/>
              </a:rPr>
              <a:t>OS</a:t>
            </a:r>
            <a:r>
              <a:rPr sz="1200" b="1">
                <a:solidFill>
                  <a:srgbClr val="F5F7FB"/>
                </a:solidFill>
                <a:latin typeface="Segoe UI"/>
              </a:rP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