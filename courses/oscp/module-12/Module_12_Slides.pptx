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12. Directly continues Module 11 — this is what happens when the exploit found there does not run cleanly. Two very different repair domains: memory corruption and web exploits.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units, two very different repair domains sharing one underlying principle: understand before you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12 of 24. Directly follows Locating Public Exploits and precedes Antivirus Evasion.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Orientation. This module is the direct practical payoff of Module 3's chmod -x chmod case study — expanding beyond what the exploit author gave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12.1. Three objectives moving from theory to practical binary repair.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12.1, task 1. High-level theory only — the syllabus explicitly scopes this as high-level, not a full exploit-development treatment.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12.1, task 2. Cross-compiling — building a binary for the target's architecture from a different attacking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12.1, task 3. Modifying and updating exploits — the practical payoff of the theory and tooling from the previous two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12.1 before web exploits.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12.2. A single objective, but a distinct repair domain from the binary side of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12.2, task 1. Same principle as 12.1, different failure surface — HTTP requests and application behaviour rather than memory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12.2, task 2. Common troubleshooting patterns — session tokens, encoding, and headers are the recurring culprits.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distinction closing the module. Same principle, different domain-specific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12.2, then the applied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Five minutes in pairs. Listening for methodical troubleshooting rather than guesswork, and correct identification of which domain each failure belongs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1. Isolating the actual point of failure rather than guessing at the whole exploit.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2. Changing one variable at a time — basic debugging discipline that is easy to abandon under time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3. Documenting the fix itself — a directly reusable artefact and a reporting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Acronym table — a short one; this module is concept-heavy rather than acronym-heavy.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Misconceptions. The 'broken exploit means abandon the target' one is the most damaging and the whole reason this module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number. Two units, two repair domains, one shared discipline. No weighting is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check. Answer is C. Also appears as Q1 of the module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Two units in two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Preview Module 13 — from repairing exploits to evading the software that would block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12 OF 24 · OFFSEC PEN-200 (PWK)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81100"/>
            <a:ext cx="1835658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00100" y="2385045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buffer overflow theory and cross-compiling to repair memory corruption exploits, and troubleshooting common web application exploit issues.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567559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062859"/>
            <a:ext cx="1835658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covers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00100" y="4947717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5128692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5138217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5202510"/>
            <a:ext cx="402712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Memory Corruption Exploits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919267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6100242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6109767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6174060"/>
            <a:ext cx="227730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Web Exploits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8797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CONTEXT · 24 LEARNING MODULES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3750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12 sits in PEN-200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3399011"/>
            <a:ext cx="234225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Course Introduction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00062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3399011"/>
            <a:ext cx="242537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20115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402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44025" y="3399011"/>
            <a:ext cx="238541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Learning Strategies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40167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455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44550" y="3399011"/>
            <a:ext cx="312066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0010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97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" y="4215780"/>
            <a:ext cx="183118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00062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4215780"/>
            <a:ext cx="18587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0115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402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025" y="4215780"/>
            <a:ext cx="270493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40167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455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44550" y="4215780"/>
            <a:ext cx="28205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0010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" y="5032549"/>
            <a:ext cx="179419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0062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3500" y="5032549"/>
            <a:ext cx="1619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Attacks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20115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402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44025" y="5032549"/>
            <a:ext cx="198000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Public Exploits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40167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6A00">
              <a:alpha val="12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455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44550" y="5032549"/>
            <a:ext cx="135552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0010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97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2975" y="5849317"/>
            <a:ext cx="14438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500062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3500" y="5849317"/>
            <a:ext cx="149981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20115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4402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44025" y="5849317"/>
            <a:ext cx="241280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340167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4455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44550" y="5849317"/>
            <a:ext cx="210405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Privilege Escalation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80010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97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2975" y="6666086"/>
            <a:ext cx="29477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500062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350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3500" y="6666086"/>
            <a:ext cx="170557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Tunneling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0115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402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44025" y="6666086"/>
            <a:ext cx="221716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340167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4455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544550" y="6666086"/>
            <a:ext cx="27483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Introduction and Enumeration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80010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297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2975" y="7482855"/>
            <a:ext cx="233935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AD Authentication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500062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43500" y="7482855"/>
            <a:ext cx="19948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 AD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920115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4402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344025" y="7482855"/>
            <a:ext cx="189376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340167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4455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544550" y="7482855"/>
            <a:ext cx="200858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800100" y="8075786"/>
            <a:ext cx="163449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weightings: information not defined in the official exam outline.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498056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993356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chmod -x chmod case study, at full scale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660106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89823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217319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exploit code is written for one specific target configuration. Small differences — offsets, versions, defences enabled — routinely break it against yours.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660106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489823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217319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why an exploit works well enough to repair it when it does not, rather than abandoning the target or the exploit.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660106"/>
            <a:ext cx="5435650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4898231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DOMAINS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217319"/>
            <a:ext cx="5108182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corruption exploits and web application exploits break for different reasons and are repaired with different methods — both covered here.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47792" y="3901008"/>
            <a:ext cx="219241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12.1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142329" y="4415358"/>
            <a:ext cx="14003342" cy="85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596"/>
              </a:lnSpc>
              <a:buNone/>
            </a:pPr>
            <a:r>
              <a:rPr lang="en-US" sz="61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Memory Corruption Exploits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2767013" y="5502101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high-level buffer overflow theory, cross-compile binaries, and modify and update memory corruption exploits.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99710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2506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12.1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buffer overflow theory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buffer overflow occurs when a program writes more data into a fixed-size memory buffer than it was allocated to hold, overwriting adjacent memory. If the overwritten memory controls program execution, an attacker can redirect that execution.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HERE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what an overflow actually overwrites is what lets a tester adapt an exploit's offsets when they do not match the target exactly.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high-level. The objective is repairing existing exploits, not developing new memory corruption exploits from first principles.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21360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5005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12.1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Cross-compiling binaries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Cross-compiling builds a binary intended to run on the target's architecture or operating system, using a compiler running on a different one — typically the attacking machine.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code and helper binaries frequently need to be compiled specifically for the target's architecture before they will run at all.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binary that compiles cleanly but fails silently on the target due to an architecture or library mismatch that only cross-compiling correctly resolves.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2649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55339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12.1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Modifying and updating memory corruption exploits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memory corruption exploit is written against specific offsets, addresses, and conditions. Adjusting these to match the actual target is what turns a broken exploit into a working one.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exploit's assumed environment against the target's actual, fingerprinted configuration, and adjust the mismatched values methodically rather than by guesswork.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11.1's analysis discipline — you cannot correctly modify an exploit whose logic you have not first understood.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12.1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Memory Corruption Exploits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buffer overflow overwrites adjacent memory; if that memory controls execution, it can be redirected.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Cross-compiling produces binaries that actually run on the target's architecture.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Adjusting offsets and assumptions to match the real target, methodically rather than by guesswork.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28228" y="4091955"/>
            <a:ext cx="22315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12.2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25009" y="4606305"/>
            <a:ext cx="8437907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Web Exploits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3004758" y="5753100"/>
            <a:ext cx="12278484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web application exploits, and troubleshoot common web application exploit issues.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25080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53883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12.2 · Task 1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web application exploits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 exploit written against one application version, configuration, or session-handling behaviour frequently needs adjustment before it works against a differently configured target.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repair principle from 12.1 applies here: understand what the exploit assumes about the target before changing anything.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7 through 9 directly — fixing a web exploit requires the same methodology understanding taught across the whole web application track.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66852"/>
            <a:ext cx="304941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52577"/>
            <a:ext cx="277894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12.2 · Task 2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90978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common web application exploit issues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76539"/>
            <a:ext cx="1634490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 categories of mismatch recur often enough to check first, before assuming an exploit is fundamentally broken.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224686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46281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78189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hard-coded token, cookie, or session identifier that expired or never matched the current target session.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426175" y="5224686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4300" y="546281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MISMATCHES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64300" y="578189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characters encoded differently than the target application expects, silently altering what actually reaches the vulnerable parameter.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52250" y="5224686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90375" y="5462811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AND REQUESTS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90375" y="5781898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missing or mismatched header, content type, or request method the target's current configuration now requires.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40422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DISTINCTION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35722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binary exploits versus fixing web exploits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302472"/>
            <a:ext cx="758190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540597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CORRUPTION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4859685"/>
            <a:ext cx="731882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usually traces to offsets, addresses, or architecture mismatches. Repair requires understanding buffer overflow theory and rebuilding with cross-compilation.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8534400" y="4302472"/>
            <a:ext cx="1219200" cy="1833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9906000" y="4302472"/>
            <a:ext cx="7581900" cy="1795463"/>
          </a:xfrm>
          <a:prstGeom prst="roundRect">
            <a:avLst>
              <a:gd name="adj" fmla="val 8488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4125" y="4540597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EXPLOITS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44125" y="4859685"/>
            <a:ext cx="731882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usually traces to session state, encoding, or request formatting. Repair requires understanding the application's current behaviour, not binary internals.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00100" y="6345585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underlying principle in both: locate precisely what the exploit assumed, then correct the mismatch against what the target actually does.</a:t>
            </a:r>
            <a:endParaRPr lang="en-US" sz="21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12.2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Web Exploits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a web exploit assumes about the target before adjusting it — the same discipline as memory corruption repair, applied to HTTP behaviour.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82679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06491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38400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state, encoding, and headers or request formatting are the recurring categories worth checking first.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40422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 · DISCUSSION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35722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Diagnosing two broken exploits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4302472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public exploits fail during testing. The first, a memory corruption exploit, crashes the target service without producing a shell. The second, a web application exploit, receives a normal-looking response with none of the expected injected output.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800100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225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8225" y="5908328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crashing exploit, what from Objective 12.1 would you check first, and in what order?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4300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4300" y="590832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web exploit, which of the three troubleshooting categories from Objective 12.2 would you rule out first, and why?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52250" y="5351115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0375" y="5589240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90375" y="5908328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common discipline underlying how you approached both failures, despite them being entirely different domains?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2350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377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Isolating the exact point of failure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changing anything, determine precisely where a failing exploit stops working — the connection, the trigger, the payload delivery, or the result. Guessing at the whole exploit wastes far more time than isolating the actual break point.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checkpoints or observe intermediate behaviour to confirm each stage succeeds before assuming the next stage is where the problem lies.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11.1's code analysis — the same understanding that lets you evaluate an exploit safely also lets you localise its failure.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34776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06201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one variable at a time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adjusting offsets, encoding, or session values, change one at a time and retest. Changing several simultaneously makes it impossible to know which change actually mattered.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fix built from an untested combination of changes cannot be explained or reproduced — which matters both for the report and for the next similar case.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pressure encouraging shortcuts here. This is precisely when the discipline is most valuable and most tempting to abandon.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5289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714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Documenting exactly what was changed and why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original exploit, the specific change made, and the reason it was necessary. This produces a reusable reference for similar targets and satisfies Module 4's evidence requirement.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original and modified versions side by side in notes, with the specific mismatch that made the change necessary stated explicitly.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4's technical summary requirement — a fixed exploit is itself a finding worth describing precisely.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805113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300413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introduced in Module 12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967163"/>
            <a:ext cx="2781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457700"/>
            <a:ext cx="2781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081463"/>
            <a:ext cx="25599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81400" y="3967163"/>
            <a:ext cx="4686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581400" y="4457700"/>
            <a:ext cx="4686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733800" y="4081463"/>
            <a:ext cx="45220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67700" y="3967163"/>
            <a:ext cx="92202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267700" y="4457700"/>
            <a:ext cx="92202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20100" y="4081463"/>
            <a:ext cx="919200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appears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4467225"/>
            <a:ext cx="2781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210175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572000"/>
            <a:ext cx="25599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overflow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81400" y="4467225"/>
            <a:ext cx="4686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581400" y="521017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733800" y="4572000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beyond a fixed-size memory buffer into adjacent memory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67700" y="4467225"/>
            <a:ext cx="92202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267700" y="5210175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8420100" y="4572000"/>
            <a:ext cx="919200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12.1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5962650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324475"/>
            <a:ext cx="25599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Cross-compiling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581400" y="596265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733800" y="5324475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binary for one architecture using a compiler on another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267700" y="5962650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8420100" y="5324475"/>
            <a:ext cx="919200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12.1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5972175"/>
            <a:ext cx="2781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6715125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6076950"/>
            <a:ext cx="25599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581400" y="5972175"/>
            <a:ext cx="4686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581400" y="671512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733800" y="6076950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precise distance in memory an exploit assumes to reach control of execution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267700" y="5972175"/>
            <a:ext cx="92202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267700" y="6715125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8420100" y="6076950"/>
            <a:ext cx="919200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12.1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0100" y="7467600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6829425"/>
            <a:ext cx="25599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581400" y="746760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1" name="Text 39"/>
          <p:cNvSpPr/>
          <p:nvPr/>
        </p:nvSpPr>
        <p:spPr>
          <a:xfrm>
            <a:off x="3733800" y="6829425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cookies, or identifiers a web exploit assumes about the target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267700" y="7467600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3" name="Text 41"/>
          <p:cNvSpPr/>
          <p:nvPr/>
        </p:nvSpPr>
        <p:spPr>
          <a:xfrm>
            <a:off x="8420100" y="6829425"/>
            <a:ext cx="919200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12.2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04787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54317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learners get wrong about Module 12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20992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344805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BROKEN EXPLOIT MEANS THE TARGET ISN'T VULNERABLE”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376713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exploits are written for specific configurations. A broken exploit often means a mismatch to repair, not an absent vulnerability.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320992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344805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“FIXING EXPLOITS REQUIRES WRITING YOUR OWN FROM SCRATCH”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376713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objectives are about adjusting and repairing existing code, not developing new exploits from first principles.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4881563"/>
            <a:ext cx="8239125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5119688"/>
            <a:ext cx="7995761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“WEB EXPLOITS AND MEMORY CORRUPTION EXPLOITS BREAK THE SAME WAY”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5662613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fail for different reasons entirely and require different repair checklists, even though the underlying discipline is the same.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48775" y="4881563"/>
            <a:ext cx="8239125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5119688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“CROSS-COMPILING IS ONLY FOR ADVANCED EXPLOIT DEVELOPERS”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86900" y="5438775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stated Module 12 objective precisely because ordinary exploit repair frequently requires a binary built for the target's architecture.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00100" y="6777038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8225" y="7015163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“CHANGING SEVERAL THINGS AT ONCE SAVES TIME”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8225" y="7334250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removes the ability to know which change actually fixed the problem, costing more time overall when the fix must be explained or repeated.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248775" y="6777038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6900" y="7015163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FIXED EXPLOIT DOESN'T NEED DOCUMENTING”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86900" y="7334250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change and the reason for it are themselves valuable evidence and a reusable reference for similar targets.</a:t>
            </a:r>
            <a:endParaRPr lang="en-US" sz="18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470219" y="3273326"/>
            <a:ext cx="33475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12 IN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646468" y="3749576"/>
            <a:ext cx="995065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000" b="1" spc="-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924351" y="5502176"/>
            <a:ext cx="14439223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381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domains, one shared discipline: understand, then adjust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3257550" y="6212681"/>
            <a:ext cx="1177290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corruption exploits and web application exploits, repaired by the same underlying method. Percentage weightings per module: information not defined in the official exam outline.</a:t>
            </a:r>
            <a:endParaRPr lang="en-US" sz="21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27647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771775"/>
            <a:ext cx="17188434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 application exploit that previously worked now returns a normal response with none of the expected injected output. Which category should be checked first, per Objective 12.2?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3529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5339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5434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607719"/>
            <a:ext cx="263492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overflow offsets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3054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4864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4959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560219"/>
            <a:ext cx="43684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Cross-compilation target architecture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2579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4389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4484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512719"/>
            <a:ext cx="506947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state, encoding, or request headers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72104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73914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74009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465219"/>
            <a:ext cx="2906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NSE script version</a:t>
            </a:r>
            <a:endParaRPr lang="en-US" sz="1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6185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5715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12 in two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323904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50487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51440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578697"/>
            <a:ext cx="136550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buffer overflow theory, cross-compiling, and modifying memory corruption exploit offsets and assumptions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276404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45737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46690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531197"/>
            <a:ext cx="1276552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web application exploits by troubleshooting session state, encoding, and header or request mismatches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00100" y="6324154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discipline in both units is identical: understand exactly what the exploit assumes, then correct the mismatch against the real target — never guesswork.</a:t>
            </a:r>
            <a:endParaRPr lang="en-US" sz="21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43000"/>
            <a:ext cx="1835658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13: Antivirus Evasion</a:t>
            </a:r>
            <a:endParaRPr lang="en-US" sz="5250" dirty="0"/>
          </a:p>
        </p:txBody>
      </p:sp>
      <p:sp>
        <p:nvSpPr>
          <p:cNvPr id="5" name="Shape 3"/>
          <p:cNvSpPr/>
          <p:nvPr/>
        </p:nvSpPr>
        <p:spPr>
          <a:xfrm>
            <a:off x="800100" y="2128838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key components and detection engines, then manual and automated evasion in practice.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2128838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able to name the three recurring categories of web exploit failure from Objective 12.2 without notes.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2128838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2366963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FORWARD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2686050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one-variable-at-a-time discipline from Practical skill 2. Module 13's evasion testing depends on the same rigour.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2026-08-01T10:07:26Z</dcterms:created>
  <dcterms:modified xsi:type="dcterms:W3CDTF">2026-08-01T10:07:26Z</dcterms:modified>
</cp:coreProperties>
</file>