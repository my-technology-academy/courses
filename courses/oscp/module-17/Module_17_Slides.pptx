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17. The problem shifts from a single host to the network beyond it. Three units: NIX tools, SSH tunnelling in depth, then Windows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units. SSH Tunneling carries five objectives — the largest unit, and the technical core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17 of 24. Directly follows the two privilege escalation modules; feeds directly into Module 18's deep packet inspection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A foothold on one host is not the same as reachability to the rest of the network. This module solves reachability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17.1. Three objectives establishing the concept and one named *NIX tool before SSH-specific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17.1, task 1. The core concept, stated plainly before any tool is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17.1, task 2. Deciding when forwarding is actually the right tool, not just how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17.1, task 3. Socat named explicitly — a flexible relay tool for forwarding traffic without SSH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17.1 before the SSH-specific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17.2 — the technical core of the module, five objectives covering SSH tunnelling's four named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17.2, task 1. The concept before the four modes — SSH as a carrier for other traffic, not just a remote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17.2, task 2. Local forwarding — the most intuitive mode: reach one specific remote destination through the SSH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17.2, task 3. Dynamic forwarding — a SOCKS proxy through the tunnel, reaching anywhere the SSH host can, not just one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17.2, task 4. Remote forwarding — direction reversed, letting the remote host reach back to something on the tester's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17.2, task 5. Remote dynamic forwarding — combines the reversed direction of remote with the flexible SOCKS behaviour of dynamic.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table. This is the single most important slide in the module — get all four cells memorised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17.2 before Windows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17.3. Three objectives applying the same concepts using Windows-native and Windows-available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17.3, task 1. ssh.exe — modern Windows ships an SSH client natively, making Objective 17.2's modes directly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17.3, task 2. Plink — the PuTTY-suite command-line SSH client, useful precisely where ssh.exe is unavailable.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17.3, task 3. Netsh — a native Windows tool, distinct from SSH-based tunnelling entirely, forwarding at the network configuration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module. Three Windows options, three different availability and encryption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17.3,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mode selection based on direction and destination flexibility, not just naming all four modes generically.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Choosing the right mode deliberately rather than defaulting to whichever was used last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Confirming tool availability before committing to a plan — avoids wasted setup time on an unavailable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Documenting the tunnel topology itself — easy to lose track of during a multi-hop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local-vs-remote direction confusion is the most common and worth spending the most time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Four named SSH modes are the single most examinable content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units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18 — from reachability to evading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17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77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12"/>
              </a:lnSpc>
              <a:buNone/>
            </a:pPr>
            <a:r>
              <a:rPr lang="en-US" sz="55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800100" y="2244998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*NIX tools, the four SSH tunnelling modes in depth, and port forwarding with Windows tools.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817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770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4619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6429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6524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716735"/>
            <a:ext cx="36889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*NIX Tools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4334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6144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6239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88285"/>
            <a:ext cx="1720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Tunneling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4050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860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955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59835"/>
            <a:ext cx="42341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Windows Tools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17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322651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foothold is not the same as reachability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compromised host can often reach internal systems the tester's own machine cannot connect to directly.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and tunnelling route traffic through the compromised host, extending the tester's reach into the network beyond it.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MODULE 18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solves reachability. Module 18 solves the separate problem of traffic being inspected and blocked.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63757" y="3920951"/>
            <a:ext cx="2160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041842" y="4435301"/>
            <a:ext cx="12204241" cy="818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508"/>
              </a:lnSpc>
              <a:buNone/>
            </a:pPr>
            <a:r>
              <a:rPr lang="en-US" sz="58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*NIX Tools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2767013" y="5482084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port forwarding, understand why and when to use it, and use Socat for port forwarding.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6964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9678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about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takes traffic arriving at one address and port, and redirects it to a different address and port — typically one otherwise unreachable directly from the tester's machine.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basic building block every technique in this module and the next builds on, regardless of which specific tool performs it.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 forwarding with tunnelling generally. Forwarding redirects a single connection; a tunnel can carry many connections through one channel.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9390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2176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and when to use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is the right choice specifically when a route exists through a compromised host to a target the tester's own machine cannot reach directly, and no inspection is blocking the traffic itself.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SCENARIO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internal-only database server is reachable from a compromised web server, but not from the tester's external attacking machine.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situation where traffic does reach the destination but is inspected and blocked — that is Module 18's problem, not this one.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07047"/>
            <a:ext cx="299903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92772"/>
            <a:ext cx="272705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4998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Socat for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1673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Socat relays traffic between two endpoints, forwarding a connection through a compromised host without requiring SSH access specifically — useful when SSH is unavailable but some other execution capability exists.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65378"/>
            <a:ext cx="16687800" cy="604838"/>
          </a:xfrm>
          <a:prstGeom prst="roundRect">
            <a:avLst>
              <a:gd name="adj" fmla="val 18898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46353"/>
            <a:ext cx="1675028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socat TCP-LISTEN:8080,fork TCP:internal-host:80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0100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compromised host offers SSH. Socat provides a forwarding option independent of that specific protocol.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17.2's SSH-specific tunnelling, which follows once SSH access is available as an alternative or complement.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*NIX Tools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Redirecting traffic from one address and port to another, to reach what is not directly reachable.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relay usable without SSH specifically, for when a compromised host lacks SSH access.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4194" y="3870945"/>
            <a:ext cx="21995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947957" y="4385295"/>
            <a:ext cx="6392012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Tunneling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SSH tunnelling, then understand local, dynamic, remote, and remote dynamic port forwarding.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0193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3004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 · Task 1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about SSH tunnelling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providing a remote shell, an SSH connection can carry other traffic inside it, encrypted and routed through whichever host the SSH session connects to.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is already present on the overwhelming majority of Linux hosts, making it an available tunnelling mechanism without needing to introduce any new tool.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MODES AHEAD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dynamic, remote, and remote dynamic forwarding each solve a differently shaped reachability problem.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07047"/>
            <a:ext cx="302619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92772"/>
            <a:ext cx="275503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 · Task 2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4998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local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1673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forwarding opens a port on the tester's own machine that forwards, through the SSH connection, to one specific destination reachable from the far end.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65378"/>
            <a:ext cx="16687800" cy="604838"/>
          </a:xfrm>
          <a:prstGeom prst="roundRect">
            <a:avLst>
              <a:gd name="adj" fmla="val 18898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46353"/>
            <a:ext cx="1675028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-L 8080:internal-host:80 user@jumphost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0100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internal destination and port is already known and needs to be reached repeatedly.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local forward reaches exactly one destination — a new internal target requires a new forward.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07047"/>
            <a:ext cx="303133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92772"/>
            <a:ext cx="276032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 · Task 3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4998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dynamic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1673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forwarding turns the SSH connection into a SOCKS proxy, letting tools route traffic to any destination the far end can reach, rather than one fixed destination decided in advance.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65378"/>
            <a:ext cx="16687800" cy="604838"/>
          </a:xfrm>
          <a:prstGeom prst="roundRect">
            <a:avLst>
              <a:gd name="adj" fmla="val 18898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46353"/>
            <a:ext cx="1675028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-D 1080 user@jumphost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0100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internal network has not been fully mapped yet, or many different destinations need reaching through the same tunnel.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LOCAL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forwarding is fixed to one destination decided at setup; dynamic forwarding decides the destination per connection.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07047"/>
            <a:ext cx="303482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92772"/>
            <a:ext cx="276392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 · Task 4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4998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remote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1673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forwarding reverses the direction: a port opened on the remote host forwards connections back through the tunnel to a destination reachable from the tester's own side.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65378"/>
            <a:ext cx="16687800" cy="604838"/>
          </a:xfrm>
          <a:prstGeom prst="roundRect">
            <a:avLst>
              <a:gd name="adj" fmla="val 18898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46353"/>
            <a:ext cx="1675028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-R 8080:localhost:80 user@jumphost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0100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without direct access to the tester's machine needs to reach a service the tester's side can offer, such as a listener for a callback.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 the direction with local forwarding. Local reaches outward from the tester; remote reaches back from the far end.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07047"/>
            <a:ext cx="303043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92772"/>
            <a:ext cx="275940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 · Task 5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4998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remote dynamic port forwarding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1673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dynamic forwarding combines the reversed direction of remote forwarding with the flexible, per-connection destination behaviour of dynamic forwarding — a SOCKS proxy running from the remote side back through the tunnel.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65378"/>
            <a:ext cx="16687800" cy="604838"/>
          </a:xfrm>
          <a:prstGeom prst="roundRect">
            <a:avLst>
              <a:gd name="adj" fmla="val 18898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46353"/>
            <a:ext cx="1675028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-R 1080 user@jumphost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0100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network needs to be explored flexibly, but the SSH connection was only initiated from the tester's own side inward.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mode that unlocks flexible exploration of a network the tester cannot directly SSH into, only be connected from.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20516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AID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70046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SSH forwarding modes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67213"/>
            <a:ext cx="29718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857750"/>
            <a:ext cx="29718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481513"/>
            <a:ext cx="27561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71900" y="4367213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71900" y="4857750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924300" y="4481513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72200" y="4367213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4857750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4481513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72500" y="4367213"/>
            <a:ext cx="89154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72500" y="4857750"/>
            <a:ext cx="89154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724900" y="4481513"/>
            <a:ext cx="88780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" y="4867275"/>
            <a:ext cx="2971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" y="5343525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972050"/>
            <a:ext cx="27561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(-L)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71900" y="4867275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771900" y="5343525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3924300" y="497205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72200" y="4867275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5343525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6324600" y="497205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72500" y="4867275"/>
            <a:ext cx="89154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72500" y="5343525"/>
            <a:ext cx="89154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724900" y="4972050"/>
            <a:ext cx="8878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known internal destination reached repeatedly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829300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457825"/>
            <a:ext cx="27561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(-D)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71900" y="5829300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3924300" y="545782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172200" y="5829300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6324600" y="545782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(SOCKS)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572500" y="5829300"/>
            <a:ext cx="89154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6" name="Text 34"/>
          <p:cNvSpPr/>
          <p:nvPr/>
        </p:nvSpPr>
        <p:spPr>
          <a:xfrm>
            <a:off x="8724900" y="5457825"/>
            <a:ext cx="8878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an internal network not yet fully mapped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00100" y="5838825"/>
            <a:ext cx="2971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0100" y="6315075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5943600"/>
            <a:ext cx="27561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(-R)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771900" y="5838825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71900" y="6315075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2" name="Text 40"/>
          <p:cNvSpPr/>
          <p:nvPr/>
        </p:nvSpPr>
        <p:spPr>
          <a:xfrm>
            <a:off x="3924300" y="594360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172200" y="5838825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6315075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5" name="Text 43"/>
          <p:cNvSpPr/>
          <p:nvPr/>
        </p:nvSpPr>
        <p:spPr>
          <a:xfrm>
            <a:off x="6324600" y="594360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572500" y="5838825"/>
            <a:ext cx="89154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6315075"/>
            <a:ext cx="89154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8" name="Text 46"/>
          <p:cNvSpPr/>
          <p:nvPr/>
        </p:nvSpPr>
        <p:spPr>
          <a:xfrm>
            <a:off x="8724900" y="5943600"/>
            <a:ext cx="8878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remote host must reach something on the tester's side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00100" y="7067550"/>
            <a:ext cx="2971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0" name="Text 48"/>
          <p:cNvSpPr/>
          <p:nvPr/>
        </p:nvSpPr>
        <p:spPr>
          <a:xfrm>
            <a:off x="952500" y="6429375"/>
            <a:ext cx="275615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dynamic (-R, SOCKS)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771900" y="7067550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2" name="Text 50"/>
          <p:cNvSpPr/>
          <p:nvPr/>
        </p:nvSpPr>
        <p:spPr>
          <a:xfrm>
            <a:off x="3924300" y="6429375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172200" y="7067550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4" name="Text 52"/>
          <p:cNvSpPr/>
          <p:nvPr/>
        </p:nvSpPr>
        <p:spPr>
          <a:xfrm>
            <a:off x="6324600" y="6429375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(SOCKS)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572500" y="7067550"/>
            <a:ext cx="89154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6" name="Text 54"/>
          <p:cNvSpPr/>
          <p:nvPr/>
        </p:nvSpPr>
        <p:spPr>
          <a:xfrm>
            <a:off x="8724900" y="6429375"/>
            <a:ext cx="887806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exploration of a network only reachable inbound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Tunneling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can carry other traffic, encrypted, through whatever host the connection reaches.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38400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and dynamic reach outward with fixed or flexible destinations; remote and remote dynamic reverse the direction with the same fixed-or-flexible distinction.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3044" y="3910980"/>
            <a:ext cx="22019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954965" y="4425330"/>
            <a:ext cx="14377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Windows Tools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49213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and tunnelling with ssh.exe on Windows, with Plink, and port forwarding with Netsh.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0402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3219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and tunnelling with ssh.exe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Windows ships a native SSH client, meaning the local, dynamic, remote and remote dynamic modes from Objective 17.2 are directly available from a compromised Windows host without introducing any new tool.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Windows foothold is not automatically limited to Windows-specific tooling — the identical SSH concepts apply once ssh.exe is confirmed present.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Windows versions that do not ship ssh.exe by default, where Plink becomes the relevant alternative instead.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835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72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and tunnelling with Plink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Plink, part of the PuTTY suite, provides SSH tunnelling capability on Windows hosts where a native SSH client is unavailable, supporting the same forwarding modes through different command syntax.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extends the same SSH tunnelling concepts from Objective 17.2 to older or more restricted Windows environments.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17.2's four modes directly — the concepts transfer, only the specific command-line tool changes.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07047"/>
            <a:ext cx="303341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92772"/>
            <a:ext cx="276246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4998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Netsh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1673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 is a native Windows network configuration tool capable of setting up port forwarding rules directly, without depending on SSH or any third-party tool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65378"/>
            <a:ext cx="16687800" cy="604838"/>
          </a:xfrm>
          <a:prstGeom prst="roundRect">
            <a:avLst>
              <a:gd name="adj" fmla="val 18898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46353"/>
            <a:ext cx="1675028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netsh interface portproxy add v4tov4 listenport=8080 listenaddress=0.0.0.0 connectport=80 connectaddress=internal-host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0100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native, requiring nothing beyond what Windows already provides — useful when neither ssh.exe nor Plink is available or desirable to introduce.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1786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5599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SSH TUNNELLING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7507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 forwarding is not encrypted the way an SSH tunnel is; it operates purely at the network configuration level.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147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1000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among ssh.exe, Plink, and Netsh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476750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967288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591050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476750"/>
            <a:ext cx="4305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4967288"/>
            <a:ext cx="4305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352800" y="4591050"/>
            <a:ext cx="41296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05700" y="4476750"/>
            <a:ext cx="9982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05700" y="4967288"/>
            <a:ext cx="9982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58100" y="4591050"/>
            <a:ext cx="99768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976813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45306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081587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ssh.exe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4976813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545306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5081587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on modern Windows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05700" y="4976813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05700" y="545306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58100" y="5081587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SSH tunnelling modes, encrypted, if present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620553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567362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Plink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0" y="620553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5567362"/>
            <a:ext cx="41296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the PuTTY suite present or introduced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05700" y="620553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7658100" y="5567362"/>
            <a:ext cx="997686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modes as ssh.exe, different syntax, wider version support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6215063"/>
            <a:ext cx="2400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95801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319838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0" y="6215063"/>
            <a:ext cx="4305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695801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2800" y="6319838"/>
            <a:ext cx="41296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on all supported Windows versions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05700" y="6215063"/>
            <a:ext cx="9982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05700" y="695801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7658100" y="6319838"/>
            <a:ext cx="997686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SSH or third-party tool needed, but unencrypted and configuration-level only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with Windows Tools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SSH.EXE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modern Windows SSH client, directly supporting the four modes from Objective 17.2.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PLINK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PuTTY-suite alternative for hosts lacking a native SSH client.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993481"/>
            <a:ext cx="543565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231606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550694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native but unencrypted, configuration-level forwarding requiring no additional tool.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401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354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tunnelling mode for two different problems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102224"/>
            <a:ext cx="1530477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compromised Linux jump host can reach an internal network the tester has not yet mapped. Separately, a compromised Windows host on a different segment has no route back to the tester, but the tester needs it to reach a listener on their own attacking machine.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610857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SSH mode fits the unmapped internal network scenario, and why not local forwarding specifically?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55136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78948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610857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 fits the Windows host needing to reach the tester's own listener, and why is the direction reversed here?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551363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789488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610857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ssh.exe is unavailable on that Windows host, what are the two remaining options, and what does each cost you?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mode from direction and destination flexibility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setting up a tunnel, ask two questions: which direction does the connection need to travel, and is the destination fixed or still being explored? The answers point directly to one of the four SSH modes.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 and fixed is local; outward and flexible is dynamic; reversed and fixed is remote; reversed and flexible is remote dynamic.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Defaulting to dynamic forwarding out of habit when a single, already-known destination would be simpler and clearer to document.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tool availability before committing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what is actually present on the compromised host — SSH client, Socat, ssh.exe, or the PuTTY suite — before planning a tunnelling approach around a tool that may not exist there.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check for each candidate tool's presence costs little and prevents committing time to a plan the host cannot actually support.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15.1 and 16.1's situational awareness — tool availability is part of the same host picture built there.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the tunnel topology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which host forwards to which, on which ports, and in which direction — a multi-hop tunnel becomes difficult to reason about from memory alone once more than one forward is active.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track of an active tunnel's topology risks confusing which traffic reaches which host, and complicates writing up the finding accurately.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note-taking discipline, applied to network topology rather than command output.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20516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70046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17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67213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857750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481513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36721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485775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352800" y="448151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86700" y="4367213"/>
            <a:ext cx="9601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86700" y="4857750"/>
            <a:ext cx="9601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039100" y="4481513"/>
            <a:ext cx="95844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867275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343525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97205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486727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53435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497205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relay tool for forwarding traffic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86700" y="4867275"/>
            <a:ext cx="9601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86700" y="5343525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039100" y="4972050"/>
            <a:ext cx="9584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6096000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457825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SOCKS proxy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0" y="60960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545782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proxy reaching any destination the far end can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86700" y="6096000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39100" y="5457825"/>
            <a:ext cx="958443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17.2's dynamic and remote dynamic modes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6105525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581775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21030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Plink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0" y="610552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65817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2800" y="621030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PuTTY suite's command-line SSH client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86700" y="6105525"/>
            <a:ext cx="9601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86700" y="6581775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039100" y="6210300"/>
            <a:ext cx="9584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067550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69607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70675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352800" y="669607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Windows network configuration tool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886700" y="7067550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039100" y="6696075"/>
            <a:ext cx="9584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17.3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9359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4312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17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98006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336131"/>
            <a:ext cx="799576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“LOCAL AND REMOTE FORWARDING ARE THE SAME, JUST NAMED DIFFERENTLY”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reverse direction entirely — local reaches outward from the tester, remote reaches back from the far end.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098006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336131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“DYNAMIC FORWARDING IS ALWAYS THE BEST CHOICE”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655219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forwarding is simpler and clearer to document when the destination is already known and fixed.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“NETSH FORWARDING IS AS SECURE AS AN SSH TUNNEL”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 operates at the network configuration level and is not encrypted the way SSH tunnelling is.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“WINDOWS HOSTS ARE LIMITED TO WINDOWS-ONLY TOOLS”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Windows ships ssh.exe natively, making the identical SSH concepts directly available.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799576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“PORT FORWARDING AND TUNNELLING SOLVE THE SAME PROBLEM AS MODULE 18”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446169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solves reachability. Module 18 solves the separate problem of inspected and blocked traffic.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665119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“SOCAT REQUIRES SSH ACCESS TO FUNCTION”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Socat is valuable precisely because it forwards traffic without depending on SSH specifically.</a:t>
            </a:r>
            <a:endParaRPr lang="en-US" sz="18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74558" y="3273326"/>
            <a:ext cx="33388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17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09633" y="3749576"/>
            <a:ext cx="106873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06339" y="5502176"/>
            <a:ext cx="16275323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SSH tunnelling modes: local, dynamic, remote, remote dynamic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Learning Units spanning *NIX tools, SSH tunnelling in depth, and Windows tools.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needs to explore an internal network not yet fully mapped, reaching outward through a compromised host. Which SSH mode fits best?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4740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port forwarding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28786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port forwarding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27503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port forwarding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25478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Netsh port forwarding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8560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8090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17 in three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8476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0286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0381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02447"/>
            <a:ext cx="138463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redirects traffic to reach what is not directly reachable; Socat forwards without needing SSH specifically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001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49811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49906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054947"/>
            <a:ext cx="136110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tunnelling offers four modes: local and dynamic reach outward, remote and remote dynamic reverse the direction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7526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9336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9431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07447"/>
            <a:ext cx="152477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ssh.exe, Plink, and Netsh bring the same forwarding concepts to Windows hosts, with different availability and encryption trade-offs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68004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Reachability is now solved. Module 18 picks up the separate problem of traffic that reaches its destination but is inspected and blocked.</a:t>
            </a:r>
            <a:endParaRPr lang="en-US" sz="21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18: Advanced Tunneling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Tunnelling through deep packet inspection using HTTP tunnelling with Chisel and DNS tunnelling with dnscat.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complete the four-mode SSH tunnelling table from memory, including direction and destination flexibility for each.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reachability-versus-inspection distinction from this module's orientation. Module 18 begins exactly where that distinction points.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2026-08-01T10:28:52Z</dcterms:created>
  <dcterms:modified xsi:type="dcterms:W3CDTF">2026-08-01T10:28:52Z</dcterms:modified>
</cp:coreProperties>
</file>