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7. First of three consecutive web application modules — the largest subject block in the syllabus. Set the scope: methodology and tooling this module, attacks proper in Modules 8 and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units. Note Cross-Site Scripting is the first named attack technique of the web track, taught here rather than in Module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7 of 24. The start of a three-module web application block running through Module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Web applications are the largest attack surface in most modern estates, and the largest single subject block in the syllabus reflects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7.1. Three objectives establishing how a web application assessment is approached before any tool is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7.1, task 1. Testing requirements — what must be agreed before assessing a web application specifically, distinct from the general scope agreed in Module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7.1, task 2. Types of methodology — black box, grey box, white box. Keep this framed as access level, the recurring theme of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7.1, task 3. The OWASP Top 10 named explicitly. Frame it as a map of the course's own web modules — most categories map directly onto Module 8 or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7.1 before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7.2. Three objectives on the tooling used to actually see and manipulate a web application's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7.2, task 1. Common enumeration techniques — the web-application-specific counterpart to Module 5's protocol enumeration.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7.2, task 2. Proxy theory — the concept before the tool. Establish why sitting in the middle of the traffic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7.2, task 3. Burp Suite named explicitly as the course's proxy tool. Keep the feature list conceptual.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7.2.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7.3. Two objectives on inspecting exactly what the application sends and reveals.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7.3, task 1. Debugging source code — client-side code is fully visible; treat it as documentation the application author didn't intend to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7.3, task 2. Headers, cookies and API testing together — the second half of the enumeration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7.3 before XSS.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7.4 — the first named attack technique of the web track. Three objectives, escalating from concept to exploitation to privilege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7.4, task 1. The three named XSS types. Get the reflected/stored/DOM distinction precisely right — this is heavily examined.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distinction. The impact difference between reflected and stored is the most commonly tested aspect of this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7.4, task 2. Basic exploitation. Keep the example illustrative — a proof-of-existence payload, not a payload aimed at real impact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7.4, task 3. Privilege escalation via XSS — the objective that turns a client-side annoyance into a genuine account compromise.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7.4.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methodology choice and correct reflected/stored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Reading every response through the proxy rather than only the rendered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Confirming XSS type before writing up severity — directly ties back to Module 4's evidence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Matching methodology to the access actually granted, rather than assuming black box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Four units, and the opening module of the largest subject block in the syllabus.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Four units in four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8 — the direct continuation of the web track into named attack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methodology, the OWASP Top 10, web proxies and Burp Suite, source and header enumeration, and Cross-Site Scripting.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245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198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0047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1857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1952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259535"/>
            <a:ext cx="119725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Assessment Methodology — testing requirements, methodologies, the OWASP Top 10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9572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1382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1477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212035"/>
            <a:ext cx="1069981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Assessment Tools — enumeration techniques, web proxy theory, Burp Suite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9097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0907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1002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164535"/>
            <a:ext cx="100266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Enumeration — debugging source code, headers, cookies, API testing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8622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0432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0527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117035"/>
            <a:ext cx="1105523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 (XSS) — vulnerability types, basic exploitation, privilege escalation via XSS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7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9804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49981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subject block in the syllabus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ATTACK SURFACE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modern organisations expose more custom web application code than any other single category of service.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BEFORE TECHNIQUE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deliberately teaches how to approach a web application before Module 8 teaches specific attacks against one.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MODULES, ONE ARC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7 through 9 form a single progression: methodology and tooling, then common attacks, then SQL injection specifically.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36772" y="3960986"/>
            <a:ext cx="20143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666994" y="4475336"/>
            <a:ext cx="14954012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Assessment Methodology</a:t>
            </a:r>
            <a:endParaRPr lang="en-US" sz="5250" dirty="0"/>
          </a:p>
        </p:txBody>
      </p:sp>
      <p:sp>
        <p:nvSpPr>
          <p:cNvPr id="5" name="Text 3"/>
          <p:cNvSpPr/>
          <p:nvPr/>
        </p:nvSpPr>
        <p:spPr>
          <a:xfrm>
            <a:off x="2767013" y="5442124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security testing requirements, different types of methodology, and the OWASP Top 10.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86546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58947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7.1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security testing requirements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 web application has requirements beyond the general scope agreement from Module 4: authenticated versus unauthenticated access, the environments in scope, and whether automated tooling is permitted against the live application.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application often sits in front of a production database. Requirements here directly govern what techniques from Modules 8 and 9 may safely be attempted.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4's environment considerations section is where these testing requirements get documented for the reader.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88979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1454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7.1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types of web application testing methodology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Methodologies differ primarily by how much the tester is told or given in advance — a direct echo of the active/passive and authenticated/unauthenticated distinctions from earlier modules.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prior knowledge or credentials. The tester approaches exactly as an anonymous external user would.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BOX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knowledge, often including limited credentials, simulating a low-privilege authenticated user.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BOX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access, including source code and architecture documentation, for the deepest possible assessment.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740372"/>
            <a:ext cx="2894856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26097"/>
            <a:ext cx="261975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7.1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38331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OWASP Top 10 and common web vulnerabilities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050060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OWASP Top 10 is a widely referenced list of the most critical web application risk categories, and it maps closely onto the attacks taught across Modules 7 to 9.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098703"/>
            <a:ext cx="3543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5589240"/>
            <a:ext cx="3543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5213003"/>
            <a:ext cx="33447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category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43400" y="5098703"/>
            <a:ext cx="131445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5589240"/>
            <a:ext cx="131445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495800" y="5213003"/>
            <a:ext cx="132340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course teaches 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0100" y="5598765"/>
            <a:ext cx="3543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6075015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703540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43400" y="5598765"/>
            <a:ext cx="13144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6075015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8" name="Text 16"/>
          <p:cNvSpPr/>
          <p:nvPr/>
        </p:nvSpPr>
        <p:spPr>
          <a:xfrm>
            <a:off x="4495800" y="5703540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9, SQL Injection Attacks, and command injection in Module 8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0100" y="6560790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6189315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access control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43400" y="6560790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4495800" y="6189315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 and file inclusion, Module 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6570315"/>
            <a:ext cx="3543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00100" y="7046565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6675090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misconfiguration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343400" y="6570315"/>
            <a:ext cx="131445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343400" y="7046565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4495800" y="6675090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vulnerabilities, Module 8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7532340"/>
            <a:ext cx="3543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7160865"/>
            <a:ext cx="33447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43400" y="7532340"/>
            <a:ext cx="131445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2" name="Text 30"/>
          <p:cNvSpPr/>
          <p:nvPr/>
        </p:nvSpPr>
        <p:spPr>
          <a:xfrm>
            <a:off x="4495800" y="7160865"/>
            <a:ext cx="132340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7.4, this module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Methodology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level, environment and tooling permissions must be agreed specifically for the web application before testing begins.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Black, grey and white box differ by how much the tester is told or given in advance.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reference map of critical categories that the course's own web modules largely follow.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17209" y="3910980"/>
            <a:ext cx="20535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08304" y="4425330"/>
            <a:ext cx="1387139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Assessment Tools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67013" y="549213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enumeration techniques on web applications, web proxy theory, and how the Burp Suite proxy works for web application testing.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89865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62366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7.2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enumeration techniques on web applications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applications need their own enumeration pass beyond the port and service scan from Modules 5 and 6 — directories, technologies, and the shape of the application itself.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and file brute-forcing, technology fingerprinting from response headers and error pages, and mapping the application's visible functionality.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Module 5's enumeration discipline applied one layer higher, at the application rather than the network.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22910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48647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7.2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proxies theory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proxy sits between the browser and the application, intercepting every request and response so the tester can read and modify traffic the browser would otherwise send automatically.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web vulnerabilities live in what the server accepts, not what the browser's interface allows a user to submit. A proxy removes the browser's limits entirely.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attack in Modules 8 and 9 — traversal, injection, upload — requires sending a request the browser's own forms would never construct.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2804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5393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7.2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Burp Suite proxy works for web application testing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Burp Suite is the named proxy tool of the course, implementing the interception theory above with a working set of features for capturing, modifying and replaying requests.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Intercepts live traffic between browser and application for inspection or modification before it is sent.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Resends a captured request repeatedly with manual edits, ideal for probing a single parameter.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sending many variations of a request, useful for brute-forcing or fuzzing a specific field.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Tools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brute-forcing and technology fingerprinting extend Module 5's discipline to the application layer.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PROXY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Burp Suite sits between browser and application, removing the browser's own limits on what can be sent.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16059" y="3870945"/>
            <a:ext cx="205588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684216" y="4385295"/>
            <a:ext cx="12919494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Enumeration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web application source code, and enumerating and inspecting headers, cookies and source code, plus API testing methodologies.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89478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1967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7.3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web application source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source — HTML, JavaScript and any comments left inside it — is fully visible to anyone who requests the page. Reading it carefully often reveals logic the tester was never meant to see.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REVEALS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validation logic that can be bypassed entirely, hidden form fields, developer comments, and endpoint paths not linked from the visible interface.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performed only in JavaScript. If the server does not re-check it, a proxy simply removes the client-side check altogether.</a:t>
            </a:r>
            <a:endParaRPr lang="en-US" sz="18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1911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4473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7.3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Headers, cookies, and API testing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visible page, response headers, cookie attributes and API endpoints often carry the information and behaviour that actually matters to a tester.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and framework versions, and security headers whose absence signals missing defensive controls.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token structure, and flags governing whether a cookie is protected from script access or restricted to encrypted transport.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TESTING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applications expose an API alongside the visible site, often with weaker validation than the interface built on top of it.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Enumeration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code is fully visible and often reveals logic and paths not meant to be found.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HEADERS, COOKIES, APIS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carries information or behaviour beyond what the visible page shows, and each deserves its own enumeration pass.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11315" y="3870945"/>
            <a:ext cx="20652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314417" y="4385295"/>
            <a:ext cx="1165916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 (XSS)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Cross-Site Scripting vulnerability types, exploit basic Cross-Site Scripting, and perform privilege escalation via Cross-Site Scripting.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0735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3262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7.4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 vulnerability types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occurs when an application includes attacker-controlled input in a page without adequately neutralising it, letting a script execute in another user's browser session.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payload travels in the request itself and is immediately echoed back in the response — it affects only the victim who follows a crafted link.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payload is saved server-side and served to every subsequent visitor of the affected page, without needing a crafted link at all.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DOM-BASED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payload never reaches the server; client-side JavaScript itself unsafely inserts attacker-controlled data into the page.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30711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80241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versus stored XSS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469160"/>
            <a:ext cx="7581900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707285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026372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the victim to click a specifically crafted link. Impact is limited to whoever follows that one link.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469160"/>
            <a:ext cx="1219200" cy="150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469160"/>
            <a:ext cx="7581900" cy="1462088"/>
          </a:xfrm>
          <a:prstGeom prst="roundRect">
            <a:avLst>
              <a:gd name="adj" fmla="val 10423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707285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5026372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no link at all — every visitor to the affected page is automatically exposed. Generally the more severe of the two.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178897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distinguishing question: does the payload live in a request the victim must be lured into sending, or is it already sitting on the server waiting for any visitor?</a:t>
            </a:r>
            <a:endParaRPr lang="en-US" sz="21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628454"/>
            <a:ext cx="293169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714179"/>
            <a:ext cx="265769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7.4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27139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Exploiting basic Cross-Site Scripting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00100" y="3938141"/>
            <a:ext cx="16687800" cy="628650"/>
          </a:xfrm>
          <a:prstGeom prst="roundRect">
            <a:avLst>
              <a:gd name="adj" fmla="val 1818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175" y="4119116"/>
            <a:ext cx="16750284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&lt;script&gt;alert(document.cookie)&lt;/script&gt;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0100" y="481444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payload confirms the vulnerability exists before anything more elaborate is attempted — the same restraint the syllabus asks of exploit code generally in Module 11.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00100" y="586308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10120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42029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 input reflected into the page, confirm no encoding neutralises script tags, then escalate from a proof-of-existence payload only once confirmed.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586308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10120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42029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filtering that blocks one payload form but not another. Encoding, tag stripping and context all affect what actually executes.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3675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66290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7.4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 privilege escalation via Cross-Site Scripting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script executing in a victim's authenticated session can act with that victim's privileges, turning XSS from a client-side curiosity into a genuine account or session compromise.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payload delivered to an administrator's session can perform any action that administrator's account is authorised to perform, silently and on their behalf.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objective that justifies treating XSS as a serious finding rather than a cosmetic one — impact depends entirely on whose session is affected.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7.4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requires a crafted link; stored affects every visitor; DOM-based never reaches the server at all.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EXPLOITATION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with a minimal payload before escalating, and check for partial filtering.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depends on whose session executes the payload — an administrator's session changes everything.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and triaging a web assessment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a single low-privilege user account for a web application and asked to assess it. During enumeration you find a comment field that echoes input back to every visitor of a public page, without any crafted link required.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methodology are you performing, given the access you were provided?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comment field vulnerability reflected, stored, or DOM-based, and how do you know from the description alone?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change your assessment of severity if an administrator regularly reviews that same public page?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raw responses, not just rendered pages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every request through a proxy and read the raw response, not only what the browser renders. Headers, comments and hidden fields never appear in the rendered view at 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response headers and full page source on every page visited, even ones that appear to reveal nothing on screen.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what Objective 7.3 covers — comments, hidden fields, header detail — is invisible unless the raw traffic is actually read.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Confirming XSS type before assessing severity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whether a finding is reflected, stored or DOM-based before writing its severity into a report. The type materially changes both the impact and the recommendation.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whether the payload persists for a second, unauthenticated visitor with no crafted link. Persistence confirms stored; its absence points to reflected or DOM-based.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4's finding anatomy: impact for a stored XSS reachable by an administrator is a materially different statement than for a reflected one.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methodology to granted access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explicitly which methodology — black, grey or white box — the engagement is actually using, based on what access was provided, not habit or assumption.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access level granted before testing begins, and note it in the environment considerations section from Module 4.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Defaulting to black box assumptions when credentials were actually supplied. That mismatch under-tests exactly the access an attacker with stolen credentials would have.</a:t>
            </a:r>
            <a:endParaRPr lang="en-US" sz="18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8289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32422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90975"/>
            <a:ext cx="2400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481513"/>
            <a:ext cx="2400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105275"/>
            <a:ext cx="2171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990975"/>
            <a:ext cx="4305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4481513"/>
            <a:ext cx="4305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352800" y="4105275"/>
            <a:ext cx="41296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05700" y="3990975"/>
            <a:ext cx="99822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05700" y="4481513"/>
            <a:ext cx="99822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58100" y="4105275"/>
            <a:ext cx="99768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names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491038"/>
            <a:ext cx="2400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23398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595812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0" y="4491038"/>
            <a:ext cx="43053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523398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4595812"/>
            <a:ext cx="41296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Worldwide Application Security Project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05700" y="4491038"/>
            <a:ext cx="9982200" cy="7524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505700" y="523398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7658100" y="4595812"/>
            <a:ext cx="997686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of the Top 10 web risk category list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71976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348288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0" y="5719763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352800" y="5348288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Scripting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05700" y="5719763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7658100" y="5348288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Injecting a script that executes in another user's browser session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729288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20553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5834063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200400" y="5729288"/>
            <a:ext cx="4305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0" y="620553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352800" y="5834063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Object Model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505700" y="5729288"/>
            <a:ext cx="9982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05700" y="620553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7658100" y="5834063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in-browser structure a DOM-based XSS payload manipulates client-side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6958013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319838"/>
            <a:ext cx="2171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/ grey / white box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200400" y="6958013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352800" y="6319838"/>
            <a:ext cx="41296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505700" y="6958013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7658100" y="6319838"/>
            <a:ext cx="997686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methodologies differing by how much access or knowledge is provided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00100" y="6967538"/>
            <a:ext cx="2400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" y="7443788"/>
            <a:ext cx="2400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7072313"/>
            <a:ext cx="2171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200400" y="6967538"/>
            <a:ext cx="4305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0" y="7443788"/>
            <a:ext cx="4305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9" name="Text 47"/>
          <p:cNvSpPr/>
          <p:nvPr/>
        </p:nvSpPr>
        <p:spPr>
          <a:xfrm>
            <a:off x="3352800" y="7072313"/>
            <a:ext cx="41296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Programming Interface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7505700" y="6967538"/>
            <a:ext cx="99822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05700" y="7443788"/>
            <a:ext cx="99822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52" name="Text 50"/>
          <p:cNvSpPr/>
          <p:nvPr/>
        </p:nvSpPr>
        <p:spPr>
          <a:xfrm>
            <a:off x="7658100" y="7072313"/>
            <a:ext cx="99768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programmatic interface, often with weaker validation than the built interface on top of it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15979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65509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7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“XSS IS ALWAYS LOW SEVERITY”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depends entirely on whose session is affected. A stored XSS reachable by an administrator can lead directly to full compromise.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3321844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355996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“REFLECTED AND STORED ARE THE SAME, JUST DIFFERENT WORDS”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387905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requires luring a victim to a crafted link; stored affects every visitor with no link needed at all.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“CLIENT-SIDE VALIDATION IS A REAL CONTROL”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proxy bypasses client-side validation entirely. Only server-side validation is a genuine control.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“BLACK BOX MEANS USING NO TOOLS”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box describes the access level granted, not the tooling permitted. Proxies and scanners are still used.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800100" y="6665119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8225" y="6903244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OWASP TOP 10 IS THE ENTIRE SYLLABUS FOR WEB ATTACKS”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8225" y="7222331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reference map, useful for orientation, but the course's actual scope is defined by its own Learning Objectives, not by OWASP's list.</a:t>
            </a:r>
            <a:endParaRPr lang="en-US" sz="18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547495" y="3273326"/>
            <a:ext cx="319293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26004" y="3749576"/>
            <a:ext cx="103599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676927" y="5502176"/>
            <a:ext cx="12934146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consecutive modules forming the web application track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7 through 9 are the largest single subject block in the syllabus.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malicious script is saved server-side and served to every visitor of a page, with no crafted link required. Which XSS type is this?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16849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 XSS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134087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XSS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20297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DOM-based XSS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156417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</a:t>
            </a:r>
            <a:endParaRPr lang="en-US" sz="1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76225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257550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in four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924300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105275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114800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79094"/>
            <a:ext cx="116427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requirements, black/grey/white box methodology, and the OWASP Top 10 as a reference map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857750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038725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048250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112544"/>
            <a:ext cx="109279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Web-layer enumeration techniques, proxy theory, and Burp Suite's proxy, repeater and intruder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791200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972175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5981700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45994"/>
            <a:ext cx="1101782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client-side source, headers, cookies and APIs for what the rendered page never shows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6724650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6905625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6915150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6979444"/>
            <a:ext cx="120808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Reflected, stored and DOM-based XSS, basic exploitation, and privilege escalation via a victim's session</a:t>
            </a:r>
            <a:endParaRPr lang="en-US" sz="1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8: Common Web Application Attacks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traversal, file inclusion vulnerabilities including LFI and RFI, file upload vulnerabilities, and command injection.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Burp Suite configured and comfortable to use, and a clear grasp of reflected versus stored XSS.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 of reading raw responses through the proxy. Every attack in Module 8 depends on seeing exactly what is sent and returned.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2026-08-01T09:46:49Z</dcterms:created>
  <dcterms:modified xsi:type="dcterms:W3CDTF">2026-08-01T09:46:49Z</dcterms:modified>
</cp:coreProperties>
</file>