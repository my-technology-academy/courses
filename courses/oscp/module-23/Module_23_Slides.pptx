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23. One continuous scenario, six units, from a public network to the domain controller. Every technique used here was taught earlier — nothing new is introduced.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units forming one story, not six independent topics. Read them in order — that order IS the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23 of 24. The second-to-last module, and the one that proves every earlier module fits together into one working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Orientation. No new technique appears here. The value is entirely in sequencing — deciding what to do next with imperfect information, exactly as Module 1 promised.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23.1. Two objectives opening the scenario — the same starting point as any real external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23.1, task 1. Standard external enumeration — Module 5 and 6's content applied to the scenario's opening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23.1, task 2. Gathering information specifically for later use — recording now what will matter downstream, not just what matters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23.2. Four objectives on the first target, WEBSRV1, escalating from a web vulnerability to full local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23.2, task 1. WordPress plugin vulnerabilities — direct application of Module 8 and Module 11's content to a named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23.2, task 2. Direct callback to Module 14's SSH private key passphrase objective, now applied inside the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23.2, task 3. Sudo privilege escalation — direct application of Module 16's Linux privilege escalation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23.2, task 4. Developer artefacts — direct application of Module 16's exposed confidential information content, closing out the WEBSRV1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WEBSRV1 stage before moving inward. Four modules' worth of earlier technique, chained on one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23.3. Two objectives, the scenario's turning point — from one server to the internal network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23.3, task 1. Validating credentials found on WEBSRV1 against the domain — confirming the developer artefact's value before committing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23.3, task 2. Phishing — a second, parallel route into the internal network alongside validated credentials.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23.4. Three objectives re-running the enumeration discipline, now on the internal side of the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23.4, task 1. Situational awareness, now on the internal network — the same discipline from Modules 15, 16 and 20, re-applied at a new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23.4, task 2. Hosts, services and sessions — the internal-network equivalent of the external enumeration from 23.1.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23.4, task 3. Identifying vectors — the synthesis step, choosing among everything just enumerated.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23.5. Two objectives on the second named target, combining a Module 21 technique with a Module 8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23.5, task 1. Kerberoasting — direct application of Module 21's named attack, now inside the continuous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23.5, task 2. A relay attack via a WordPress plugin function — combining Module 8's web content with Module 14's relay content in one novel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23.6 — the scenario's final unit, closing exactly where Module 10 taught the technique to begin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23.6, task 1. The scenario closes with the exact same reconnaissance objective from Module 10, now aimed at the final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23.6, task 2. Client fingerprinting closes the loop — the scenario ends exactly where Module 10 taught the mechanism, having used nearly every module in between.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slide summarising the entire scenario. This is the single most useful reference slide in the whole course — walk it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Discussion. Five minutes in pairs. This scenario asks learners to reason about the whole chain's dependency structure, not any single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1. Tracking the chain across a long engagement — a note-taking discipline specific to multi-stage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2. Revisiting earlier stages when a later one stalls — direct application of Module 3's practical exam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3. Recognising when two techniques from different modules combine — the WordPress relay attack is the clearest example in this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Misconceptions. The 'this module teaches new content' one is the most common and worth correcting directly, given the module's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number. Six units, one continuous chain, and no new technique introduced anywhere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check. Answer is B. Also appears as Q1 of the module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Summary. Six units in six lines — the full chain, condensed.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Preview Module 24 — the final module, covering the Challenge Labs and exam information rather than new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23 OF 24 · OFFSEC PEN-200 (PWK)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81100"/>
            <a:ext cx="18356580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Assembling the Pieces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00100" y="2385045"/>
            <a:ext cx="137350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25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continuous scenario: from enumerating a public network through to gaining access to the domain controller.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172923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224534"/>
            <a:ext cx="1835658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module covers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800100" y="30903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32713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32808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3345135"/>
            <a:ext cx="376044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the Public Network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402379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420476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421429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4278585"/>
            <a:ext cx="238240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WEBSRV1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49572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51382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51477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5212035"/>
            <a:ext cx="45352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Gaining Access to the Internal Network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589069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607166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608119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6145485"/>
            <a:ext cx="391072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the Internal Network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800100" y="68241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8225" y="70051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9650" y="70146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952625" y="7078935"/>
            <a:ext cx="583850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the Web Application on INTERNALSRV1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800100" y="775759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8225" y="793856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9650" y="794809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23.6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952625" y="8012385"/>
            <a:ext cx="472699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Gaining Access to the Domain Controller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187977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CONTEXT · 24 LEARNING MODULES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37507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Module 23 sits in PEN-200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2975" y="3399011"/>
            <a:ext cx="234225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Course Introduction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500062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43500" y="3399011"/>
            <a:ext cx="242537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Cybersecurity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920115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4402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44025" y="3399011"/>
            <a:ext cx="238541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Learning Strategies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340167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4455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44550" y="3399011"/>
            <a:ext cx="312066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Writing for Penetration Testers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80010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97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2975" y="4215780"/>
            <a:ext cx="183118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Gathering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500062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3500" y="4215780"/>
            <a:ext cx="18587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20115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402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44025" y="4215780"/>
            <a:ext cx="270493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Web Applications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340167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4455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544550" y="4215780"/>
            <a:ext cx="28205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Web Application Attacks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80010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97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2975" y="5032549"/>
            <a:ext cx="179419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Attacks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500062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43500" y="5032549"/>
            <a:ext cx="16199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Attacks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920115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402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44025" y="5032549"/>
            <a:ext cx="198000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Public Exploits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340167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54455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544550" y="5032549"/>
            <a:ext cx="122351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Exploits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80010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297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2975" y="5849317"/>
            <a:ext cx="144385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Evasion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500062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350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43500" y="5849317"/>
            <a:ext cx="149981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920115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4402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344025" y="5849317"/>
            <a:ext cx="241280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Privilege Escalation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1340167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54455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544550" y="5849317"/>
            <a:ext cx="210405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Privilege Escalation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80010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297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42975" y="6666086"/>
            <a:ext cx="294774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Redirection and SSH Tunneling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500062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4350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43500" y="6666086"/>
            <a:ext cx="170557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Tunneling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920115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4402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344025" y="6666086"/>
            <a:ext cx="221716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Metasploit Framework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1340167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54455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3544550" y="6666086"/>
            <a:ext cx="274839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Introduction and Enumeration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80010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297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42975" y="7482855"/>
            <a:ext cx="233935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AD Authentication</a:t>
            </a:r>
            <a:endParaRPr lang="en-US" sz="1425" dirty="0"/>
          </a:p>
        </p:txBody>
      </p:sp>
      <p:sp>
        <p:nvSpPr>
          <p:cNvPr id="68" name="Shape 66"/>
          <p:cNvSpPr/>
          <p:nvPr/>
        </p:nvSpPr>
        <p:spPr>
          <a:xfrm>
            <a:off x="500062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4350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143500" y="7482855"/>
            <a:ext cx="199489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in AD</a:t>
            </a:r>
            <a:endParaRPr lang="en-US" sz="1425" dirty="0"/>
          </a:p>
        </p:txBody>
      </p:sp>
      <p:sp>
        <p:nvSpPr>
          <p:cNvPr id="71" name="Shape 69"/>
          <p:cNvSpPr/>
          <p:nvPr/>
        </p:nvSpPr>
        <p:spPr>
          <a:xfrm>
            <a:off x="920115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6A00">
              <a:alpha val="12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4402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344025" y="7482855"/>
            <a:ext cx="206886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Assembling the Pieces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1340167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54455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3544550" y="7482855"/>
            <a:ext cx="200858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Harder: The Labs</a:t>
            </a:r>
            <a:endParaRPr lang="en-US" sz="1425" dirty="0"/>
          </a:p>
        </p:txBody>
      </p:sp>
      <p:sp>
        <p:nvSpPr>
          <p:cNvPr id="77" name="Text 75"/>
          <p:cNvSpPr/>
          <p:nvPr/>
        </p:nvSpPr>
        <p:spPr>
          <a:xfrm>
            <a:off x="800100" y="8075786"/>
            <a:ext cx="163449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weightings: information not defined in the official exam outline.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new, everything connected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TECHNIQUE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named action in this module's six units was taught explicitly in an earlier module. This is synthesis, not new material.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SKILL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Deciding what to try next with incomplete information — the increasing-uncertainty model Module 1 introduced, now fully realised.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CONTINUOUS CHAIN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network to domain controller in six connected stages, each depending entirely on the one before it.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32403" y="4131915"/>
            <a:ext cx="22231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771797" y="4646265"/>
            <a:ext cx="1274440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304"/>
              </a:lnSpc>
              <a:buNone/>
            </a:pPr>
            <a:r>
              <a:rPr lang="en-US" sz="60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the Public Network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877555" y="5713065"/>
            <a:ext cx="12532891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 machines on a public network, and obtain useful information for later attacks.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1592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4445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23.1 · Task 1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machines on a public network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scenario opens exactly where every external engagement starts: identifying live hosts and their exposed services on a public-facing network segment.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5's active information gathering and Module 6's vulnerability scanning, applied here without modification.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first enumeration pass determines every subsequent decision in the scenario — nothing that follows works without it.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40187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6944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23.1 · Task 2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Obtaining useful information for later attacks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gathered at this stage — software versions, exposed technologies, naming conventions — is recorded because it will matter downstream, not only because it is immediately actionable.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that seem minor here, such as a technology stack or naming pattern, frequently become relevant several stages later.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4's note-taking discipline — a six-stage scenario is unworkable without records to build on.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12843" y="3870945"/>
            <a:ext cx="22622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743454" y="4385295"/>
            <a:ext cx="8801018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WEBSRV1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2767013" y="5532090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plugin vulnerabilities, cracking an SSH private key passphrase, sudo privilege escalation, and developer artefacts.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5774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8753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23.2 · Task 1 of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Utilising vulnerabilities in WordPress plugins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WEBSRV1 runs a WordPress installation with a vulnerable plugin, providing initial access through the same web application methodology from Modules 7 and 8, applied to a named piece of third-party software.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11's exploit-locating workflow — a plugin vulnerability is exactly the kind of known issue that discipline is built to find.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plugins are a routine, realistic source of vulnerability in real-world content management deployments.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82007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812517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23.2 · Task 2 of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Cracking the passphrase of an SSH private key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access on WEBSRV1 surfaces an SSH private key protected by a passphrase — the exact scenario Module 14 names explicitly as a cracking target.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14's password cracking fundamentals, applied to the specific SSH private key passphrase objective named there.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found key is worthless until this specific technique unlocks it — a direct payoff of material several modules earlier.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87142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817806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23.2 · Task 3 of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Elevating privileges using sudo commands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logged in via the cracked SSH key, a misconfigured sudo permission on WEBSRV1 provides the escalation path — Module 16's sudo circumvention objective, applied directly.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16's Insecure System Components unit, specifically its sudo permission circumvention objective.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same enumerate-then-abuse discipline from Module 16, now applied under scenario time pressure.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90639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82140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23.2 · Task 4 of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developer artefacts for sensitive information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and configuration left behind by developers on WEBSRV1 expose sensitive information — directly extending Module 16's exposed confidential information objectives to a realistic development artefact.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16's user and system trails objectives, applied to artefacts a developer specifically would leave behind.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sets up the pivot to the internal network in Objective 23.3 — the artefact carries what comes next.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998119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23.2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49341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WEBSRV1, start to finish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5160169"/>
            <a:ext cx="3671888" cy="1128713"/>
          </a:xfrm>
          <a:prstGeom prst="roundRect">
            <a:avLst>
              <a:gd name="adj" fmla="val 1350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398294"/>
            <a:ext cx="3515201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PLUGIN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717381"/>
            <a:ext cx="351520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access (M8, M11)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4529138" y="5476875"/>
            <a:ext cx="5524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5138738" y="5160169"/>
            <a:ext cx="3671888" cy="1128713"/>
          </a:xfrm>
          <a:prstGeom prst="roundRect">
            <a:avLst>
              <a:gd name="adj" fmla="val 1350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76863" y="5398294"/>
            <a:ext cx="3515201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KEY CRACK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76863" y="5717381"/>
            <a:ext cx="351520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shell (M14)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8867775" y="5476875"/>
            <a:ext cx="5524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477375" y="5160169"/>
            <a:ext cx="3671888" cy="1128713"/>
          </a:xfrm>
          <a:prstGeom prst="roundRect">
            <a:avLst>
              <a:gd name="adj" fmla="val 1350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15500" y="5398294"/>
            <a:ext cx="3515201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ABUSE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15500" y="5717381"/>
            <a:ext cx="351520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escalation (M16)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3206413" y="5476875"/>
            <a:ext cx="5524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13816013" y="5160169"/>
            <a:ext cx="3671888" cy="1128713"/>
          </a:xfrm>
          <a:prstGeom prst="roundRect">
            <a:avLst>
              <a:gd name="adj" fmla="val 1350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054138" y="5398294"/>
            <a:ext cx="3515201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ARTEFACTS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054138" y="5717381"/>
            <a:ext cx="351520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up the pivot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11693" y="3960986"/>
            <a:ext cx="22646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401974" y="4475336"/>
            <a:ext cx="13484051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741"/>
              </a:lnSpc>
              <a:buNone/>
            </a:pPr>
            <a:r>
              <a:rPr lang="en-US" sz="52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Gaining Access to the Internal Network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2767013" y="5442124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domain credentials from a non-domain-joined machine, and perform phishing to gain internal access.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5038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79943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23.3 · Task 1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 domain credentials from a non-domain-joined machine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recovered from WEBSRV1's developer artefacts are tested against the domain, confirming their validity from a machine that is not itself domain-joined.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confirms the payoff of Objective 23.2's final task before committing further effort to the internal network.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14's password attack objectives — the same validation discipline, applied to material recovered mid-scenario rather than guessed.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74640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804929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23.3 · Task 2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 phishing to gain internal network access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Alongside validated credentials, a phishing attempt provides a second, independent route into the internal network — the same client-side principles from Module 10, applied at this stage of the scenario.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10's reconnaissance and delivery mechanisms, now aimed at reaching the internal network rather than a single external host.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access routes at this stage models a realistic engagement, where a single path rarely stays the only option.</a:t>
            </a:r>
            <a:endParaRPr lang="en-US" sz="18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6946" y="3940969"/>
            <a:ext cx="22741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956794" y="4455319"/>
            <a:ext cx="12374337" cy="778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12"/>
              </a:lnSpc>
              <a:buNone/>
            </a:pPr>
            <a:r>
              <a:rPr lang="en-US" sz="55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the Internal Network</a:t>
            </a:r>
            <a:endParaRPr lang="en-US" sz="5550" dirty="0"/>
          </a:p>
        </p:txBody>
      </p:sp>
      <p:sp>
        <p:nvSpPr>
          <p:cNvPr id="5" name="Text 3"/>
          <p:cNvSpPr/>
          <p:nvPr/>
        </p:nvSpPr>
        <p:spPr>
          <a:xfrm>
            <a:off x="2767013" y="5462067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Situational awareness, enumerating hosts, services and sessions, and identifying attack vectors in the target network.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62957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92896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23.4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Gaining situational awareness in a network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the internal network resets the enumeration cycle: establishing the same situational awareness taught in Modules 15, 16 and 20, now oriented on an entirely new network segment.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new network the scenario reaches restarts this discipline — access alone is never treated as sufficient.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situational awareness objectives repeated across Modules 15, 16 and 20 directly.</a:t>
            </a:r>
            <a:endParaRPr lang="en-US" sz="18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87216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817883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23.4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hosts, services, and sessions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internal network is mapped the same way the public network was in Objective 23.1 — hosts, exposed services, and now also active sessions, since domain credentials are in play.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enumeration specifically becomes relevant now that domain credentials exist, extending Module 20's enumeration content.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20's logged-on user and object enumeration objectives, now applied domain-wide rather than to one host.</a:t>
            </a:r>
            <a:endParaRPr lang="en-US" sz="18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9235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82317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23.4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attack vectors in the target network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hosts, services and sessions mapped, the next viable attack vector is chosen from what enumeration surfaced — setting up the specific target named in Objective 23.5.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decision point the increasing-uncertainty model has been building towards across the whole course.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85391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into Objective 23.5's named target, INTERNALSRV1.</a:t>
            </a:r>
            <a:endParaRPr lang="en-US" sz="18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12024" y="4211985"/>
            <a:ext cx="22638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23.5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322874" y="4726335"/>
            <a:ext cx="15642253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29"/>
              </a:lnSpc>
              <a:buNone/>
            </a:pPr>
            <a:r>
              <a:rPr lang="en-US" sz="48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the Web Application on INTERNALSRV1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075563" y="5633070"/>
            <a:ext cx="12136874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 Kerberoasting, and abusing a WordPress plugin function for a relay attack.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49563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7910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23.5 · Task 1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 Kerberoasting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domain access established and SPNs enumerated in the previous unit, Kerberoasting is performed exactly as taught in Module 21 — requesting a service ticket and cracking its hash offline.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21's Kerberoasting objective and Module 20's SPN enumeration, chained together inside this one scenario.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exact escalation ladder from Module 21, now demonstrated as part of one continuous engagement rather than in isolation.</a:t>
            </a:r>
            <a:endParaRPr lang="en-US" sz="18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73822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804086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23.5 · Task 2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Abusing a WordPress plugin function for a relay attack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specific plugin function on INTERNALSRV1's WordPress installation is abused to trigger authentication that is then relayed — combining the web application methodology from Module 8 with Module 14's Net-NTLMv2 relay content.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14's Net-NTLMv2 relay objective and Module 8's web application attack methodology, combined in a way neither module demonstrates alone.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clearest example in the module of two entirely separate earlier objectives combining into one working technique.</a:t>
            </a:r>
            <a:endParaRPr lang="en-US" sz="18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11042" y="3910980"/>
            <a:ext cx="226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23.6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77011" y="4425330"/>
            <a:ext cx="1593390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304"/>
              </a:lnSpc>
              <a:buNone/>
            </a:pPr>
            <a:r>
              <a:rPr lang="en-US" sz="60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Gaining Access to the Domain Controller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767013" y="5492130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information to prepare client-side attacks, and leverage client fingerprinting to obtain information.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50530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80096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23.6 · Task 1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Gathering information to prepare client-side attacks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scenario's final stage returns to Module 10's opening objective — gathering information about the specific target person and organisation to prepare a convincing final client-side attack.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10's Target Reconnaissance objective, verbatim, applied to the final stage of a six-unit scenario.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course closes its longest scenario using the same reconnaissance discipline it opened the client-side unit with.</a:t>
            </a:r>
            <a:endParaRPr lang="en-US" sz="18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74789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805083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23.6 · Task 2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client fingerprinting to obtain information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Fingerprinting the final target's client software, exactly as taught in Module 10, determines the delivery mechanism for the client-side attack that ultimately reaches the domain controller.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10's client fingerprinting objective, closing the loop the course opened at that module.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scenario's final technique is identical in kind to its earliest client-side technique — only the target and the stakes have changed.</a:t>
            </a:r>
            <a:endParaRPr lang="en-US" sz="18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452688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947988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chain, public network to domain controller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614738"/>
            <a:ext cx="3543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105275"/>
            <a:ext cx="3543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3729038"/>
            <a:ext cx="33447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43400" y="3614738"/>
            <a:ext cx="131445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4105275"/>
            <a:ext cx="131445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4495800" y="3729038"/>
            <a:ext cx="1323403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it draws 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0100" y="4114800"/>
            <a:ext cx="3543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0100" y="4591050"/>
            <a:ext cx="3543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219575"/>
            <a:ext cx="33447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 Public network enumeration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43400" y="4114800"/>
            <a:ext cx="131445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343400" y="4591050"/>
            <a:ext cx="13144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4495800" y="4219575"/>
            <a:ext cx="132340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5, 6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0100" y="5076825"/>
            <a:ext cx="3543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4705350"/>
            <a:ext cx="33447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23.2 Attacking WEBSRV1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43400" y="5076825"/>
            <a:ext cx="13144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0" name="Text 18"/>
          <p:cNvSpPr/>
          <p:nvPr/>
        </p:nvSpPr>
        <p:spPr>
          <a:xfrm>
            <a:off x="4495800" y="4705350"/>
            <a:ext cx="132340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8, 11, 14, 16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0100" y="5086350"/>
            <a:ext cx="3543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00100" y="5829300"/>
            <a:ext cx="3543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5191125"/>
            <a:ext cx="334479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 Reaching the internal network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343400" y="5086350"/>
            <a:ext cx="131445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343400" y="5829300"/>
            <a:ext cx="13144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4495800" y="5191125"/>
            <a:ext cx="1323403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10, 14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0100" y="6581775"/>
            <a:ext cx="3543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5943600"/>
            <a:ext cx="334479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 Internal network enumeration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343400" y="6581775"/>
            <a:ext cx="13144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0" name="Text 28"/>
          <p:cNvSpPr/>
          <p:nvPr/>
        </p:nvSpPr>
        <p:spPr>
          <a:xfrm>
            <a:off x="4495800" y="5943600"/>
            <a:ext cx="1323403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15, 16, 20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00100" y="6591300"/>
            <a:ext cx="3543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00100" y="7067550"/>
            <a:ext cx="3543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" y="6696075"/>
            <a:ext cx="33447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 Attacking INTERNALSRV1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343400" y="6591300"/>
            <a:ext cx="131445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43400" y="7067550"/>
            <a:ext cx="13144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6" name="Text 34"/>
          <p:cNvSpPr/>
          <p:nvPr/>
        </p:nvSpPr>
        <p:spPr>
          <a:xfrm>
            <a:off x="4495800" y="6696075"/>
            <a:ext cx="132340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8, 14, 20, 21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00100" y="7820025"/>
            <a:ext cx="3543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8" name="Text 36"/>
          <p:cNvSpPr/>
          <p:nvPr/>
        </p:nvSpPr>
        <p:spPr>
          <a:xfrm>
            <a:off x="952500" y="7181850"/>
            <a:ext cx="334479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23.6 Reaching the domain controller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343400" y="7820025"/>
            <a:ext cx="13144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0" name="Text 38"/>
          <p:cNvSpPr/>
          <p:nvPr/>
        </p:nvSpPr>
        <p:spPr>
          <a:xfrm>
            <a:off x="4495800" y="7181850"/>
            <a:ext cx="1323403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140422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 · DISCUSSION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635722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about the chain's dependencies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0100" y="4302472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Midway through the scenario, the developer artefacts on WEBSRV1 turn out to contain no usable domain credentials at all — the phishing attempt from Objective 23.3 becomes the only remaining route inward.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800100" y="535111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8225" y="558924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8225" y="5908328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later stages of the scenario would still be reachable, and which would need to change entirely?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426175" y="535111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4300" y="558924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64300" y="5908328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from Objective 23.1's information gathering might still matter even if the WEBSRV1 credential path fails?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52250" y="5351115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90375" y="5589240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90375" y="5908328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scenario deliberately provide two access routes at Objective 23.3 rather than one?</a:t>
            </a:r>
            <a:endParaRPr lang="en-US" sz="18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2350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3775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a multi-stage chain in notes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each stage's dependency on the one before it explicitly — which credential, artefact, or access enabled the next step — so the whole chain can be reconstructed and reported afterwards.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six-stage chain reported without its dependency structure reads as six disconnected findings rather than one demonstrated compromise.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4's report writing discipline, applied specifically to a chained, multi-stage engagement.</a:t>
            </a:r>
            <a:endParaRPr lang="en-US" sz="18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4776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201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Revisiting earlier stages when a later one stalls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stage does not immediately yield a path forward, return to information recorded at an earlier stage rather than assuming the chain has fully ended.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notes from every prior stage for details that seemed unimportant at the time but may apply to the current obstacle.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3's practical exam approach: enumerate broadly, timebox, then rotate back with new information.</a:t>
            </a:r>
            <a:endParaRPr lang="en-US" sz="18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5289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714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Recognising when techniques from different modules combine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of this scenario's steps, like the WordPress relay attack in Objective 23.5, are not single techniques from one module but combinations of two — a skill worth practising deliberately.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engagements rarely present techniques in the same isolated form the course teaches them in. Combination is the actual skill.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structure of this module — assembling pieces is precisely this combination skill, exercised deliberately.</a:t>
            </a:r>
            <a:endParaRPr lang="en-US" sz="18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995613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490913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learners get wrong about Module 23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157663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395788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MODULE TEACHES NEW TECHNIQUES”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4714875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named action traces to a specific earlier module. The skill exercised here is sequencing and combination, not new technique.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4157663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4395788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“EACH UNIT STANDS ALONE”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4714875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unit depends entirely on the one before it — nothing here is a self-contained exercise.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00100" y="5829300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8225" y="6067425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ONE PATH FAILS, THE SCENARIO IS OVER”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8225" y="6386513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23.3 deliberately provides two independent routes precisely because real engagements rarely depend on one path alone.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48775" y="5829300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6900" y="6067425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“ENUMERATION ONLY HAPPENS ONCE”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86900" y="6386513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scenario re-runs enumeration at both the public and internal network stages — access to a new segment always restarts it.</a:t>
            </a:r>
            <a:endParaRPr lang="en-US" sz="18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452542" y="3273326"/>
            <a:ext cx="3382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23 IN CONTEXT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610377" y="3749576"/>
            <a:ext cx="1067246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000" b="1" spc="-30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22545" y="5502176"/>
            <a:ext cx="17442909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381"/>
              </a:lnSpc>
              <a:buNone/>
            </a:pPr>
            <a:r>
              <a:rPr lang="en-US" sz="3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units, one continuous scenario, zero new techniques introduced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3257550" y="6212681"/>
            <a:ext cx="1177290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enumerating a public network to gaining access to the domain controller. Percentage weightings per module: information not defined in the official exam outline.</a:t>
            </a:r>
            <a:endParaRPr lang="en-US" sz="21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69557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19087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module's content does Objective 23.6's client-side technique draw on directly?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93382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11480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12432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188619"/>
            <a:ext cx="52155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8, Common Web Application Attacks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488632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6A00">
              <a:alpha val="10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06730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07682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141119"/>
            <a:ext cx="360581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10, Client-Side Attacks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583882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01980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02932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093619"/>
            <a:ext cx="430477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16, Linux Privilege Escalation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679132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697230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698182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7046119"/>
            <a:ext cx="44595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19, The Metasploit Framework</a:t>
            </a:r>
            <a:endParaRPr lang="en-US" sz="1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1599977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095277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23 in six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2762027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2943002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2952527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3016821"/>
            <a:ext cx="726328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 the public network and record what will matter later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3657377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3838352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3847877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3912171"/>
            <a:ext cx="1191578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WEBSRV1 through a WordPress plugin, a cracked SSH key, sudo abuse, and developer artefacts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4552727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4733702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4743227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4807521"/>
            <a:ext cx="912811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internal network by validating recovered credentials and by phishing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5448077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5629052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5638577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5702871"/>
            <a:ext cx="960983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Re-enumerate the internal network for hosts, services, sessions, and attack vectors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800100" y="6343427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8225" y="6524402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9650" y="6533927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952625" y="6598221"/>
            <a:ext cx="88137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INTERNALSRV1 through Kerberoasting and a WordPress relay attack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800100" y="7238777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8225" y="7419752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9650" y="7429277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23.6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952625" y="7493571"/>
            <a:ext cx="958609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domain controller through client-side reconnaissance and fingerprinting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800100" y="8286527"/>
            <a:ext cx="1634490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stage traces to a specific earlier module. Module 24 closes the course with the Challenge Labs and exam information.</a:t>
            </a:r>
            <a:endParaRPr lang="en-US" sz="21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43000"/>
            <a:ext cx="1835658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41"/>
              </a:lnSpc>
              <a:buNone/>
            </a:pPr>
            <a:r>
              <a:rPr lang="en-US" sz="52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24: Trying Harder: The Labs</a:t>
            </a:r>
            <a:endParaRPr lang="en-US" sz="5250" dirty="0"/>
          </a:p>
        </p:txBody>
      </p:sp>
      <p:sp>
        <p:nvSpPr>
          <p:cNvPr id="5" name="Shape 3"/>
          <p:cNvSpPr/>
          <p:nvPr/>
        </p:nvSpPr>
        <p:spPr>
          <a:xfrm>
            <a:off x="800100" y="2128838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2686050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overview of the PWK Challenge Labs, their details and conventions, and information about the OSCP certification exam.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2128838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2686050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able to trace each of this module's six stages back to the specific earlier module it draws on.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2128838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2366963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FORWARD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2686050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chain from this module. Module 24 is where that chain is finally tested at scale.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2026-08-01T10:53:09Z</dcterms:created>
  <dcterms:modified xsi:type="dcterms:W3CDTF">2026-08-01T10:53:09Z</dcterms:modified>
</cp:coreProperties>
</file>