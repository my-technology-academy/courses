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learners to Module F1, the first shared Foundation module. Every learner — regardless of eventual CyberOps or DFIR track — covers this material.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all five sub-objectives. Flag that 1.5 sets up the mindset split between CyberOps and DFIR.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learners where F1 sits: shared Foundation before the CyberOps/DFIR specialisation split in week 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the mental model before diving into sub-objectives: two privilege rings, and where security tooling sits in 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Divider: transition into OS structure and administration.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Emphasise: a driver running in kernel mode can crash or compromise the entire system, which is why kernel-mode code must be signed.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UAC is a consent boundary, not a security boundary between two different users — that distinction trips learners up later in privilege escalation.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Divider: transition into Windows built-in security tooling.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Distinguish antivirus (endpoint file/process scanning) from firewall (network traffic filtering) — students often conflate the two.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three tools are the ones learners will keep coming back to in the DFIR track — worth a live demo if time allows.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Comparison slide — make sure learners can place any given tool in the right column.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Divider: transition into PowerShell.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that PowerShell passes objects, not text, between cmdlets — this is what makes filtering and piping so powerful compared with legacy cmd.exe.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Execution policy is not a security boundary — it is a safety guard rail, and easily bypassed by anyone with local execution rights. Worth flagging explicitly.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Divider: transition into identity and access management.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distinction — proving who you are vs what you're allowed to do — recurs constantly in AD and cloud IAM modules later in the programme.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 classic exam-style trap: when NTFS and share permissions conflict, the more restrictive of the two always wins.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Reinforce with the table before moving to the attacker playbook — this is one of the most commonly confused pairs in the module.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Divider: transition into the attacker playbook — this sets up the offensive/defensive mindset shift referenced in the P2 kickoff session.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persistence mechanism here maps onto a piece of tooling covered in 1.2 — worth pointing that out explicitly.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LSASS memory access is a recurring theme — it reappears in privilege escalation content in the CyberOps track and memory forensics in the DFIR track.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Discussion-based — no lab dependency. Ask learners to talk through detection AND remediation at each stage before revealing the next.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discussion/walkthrough points, not a hands-on lab — keep them tool-agnostic.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through quickly — these acronyms recur constantly for the rest of the programme.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mirror common exam-style distractors learners will meet in the knowledge check and PBQ.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Pause for learner response before revealing the answer: B — the more restrictive permission wins when NTFS and share permissions conflict.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 all five sub-objectives briefly before moving to the next-steps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Preview F2, which builds directly on the Windows administration model just covered.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image" Target="../media/image-2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image" Target="../media/image-2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image" Target="../media/image-27-3.png"/><Relationship Id="rId4" Type="http://schemas.openxmlformats.org/officeDocument/2006/relationships/image" Target="../media/image-2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image" Target="../media/image-28-3.png"/><Relationship Id="rId4" Type="http://schemas.openxmlformats.org/officeDocument/2006/relationships/image" Target="../media/image-2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10287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2000" y="0"/>
            <a:ext cx="9176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2026-08-25T19:01:38Z</dcterms:created>
  <dcterms:modified xsi:type="dcterms:W3CDTF">2026-08-25T19:01:38Z</dcterms:modified>
</cp:coreProperties>
</file>